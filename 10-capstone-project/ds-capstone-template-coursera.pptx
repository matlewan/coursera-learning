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customXml/item1.xml" ContentType="application/xml"/>
  <Override PartName="/customXml/itemProps1.xml" ContentType="application/vnd.openxmlformats-officedocument.customXmlProperties+xml"/>
  <Override PartName="/customXml/item2.xml" ContentType="application/xml"/>
  <Override PartName="/customXml/_rels/item3.xml.rels" ContentType="application/vnd.openxmlformats-package.relationships+xml"/>
  <Override PartName="/customXml/_rels/item2.xml.rels" ContentType="application/vnd.openxmlformats-package.relationships+xml"/>
  <Override PartName="/customXml/_rels/item1.xml.rels" ContentType="application/vnd.openxmlformats-package.relationships+xml"/>
  <Override PartName="/customXml/itemProps2.xml" ContentType="application/vnd.openxmlformats-officedocument.customXmlProperties+xml"/>
  <Override PartName="/customXml/item3.xml" ContentType="application/xml"/>
  <Override PartName="/customXml/itemProps3.xml" ContentType="application/vnd.openxmlformats-officedocument.customXmlProperties+xml"/>
  <Override PartName="/ppt/presentation.xml" ContentType="application/vnd.openxmlformats-officedocument.presentationml.presentation.main+xml"/>
  <Override PartName="/ppt/slideMasters/_rels/slideMaster12.xml.rels" ContentType="application/vnd.openxmlformats-package.relationships+xml"/>
  <Override PartName="/ppt/slideMasters/_rels/slideMaster6.xml.rels" ContentType="application/vnd.openxmlformats-package.relationships+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13.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2.xml" ContentType="application/vnd.openxmlformats-officedocument.presentationml.slideMaster+xml"/>
  <Override PartName="/ppt/slideMasters/slideMaster11.xml" ContentType="application/vnd.openxmlformats-officedocument.presentationml.slideMaster+xml"/>
  <Override PartName="/ppt/slideMasters/slideMaster10.xml" ContentType="application/vnd.openxmlformats-officedocument.presentationml.slideMaster+xml"/>
  <Override PartName="/ppt/slideMasters/slideMaster9.xml" ContentType="application/vnd.openxmlformats-officedocument.presentationml.slideMaster+xml"/>
  <Override PartName="/ppt/slideMasters/slideMaster8.xml" ContentType="application/vnd.openxmlformats-officedocument.presentationml.slideMaster+xml"/>
  <Override PartName="/ppt/slideMasters/slideMaster7.xml" ContentType="application/vnd.openxmlformats-officedocument.presentationml.slideMaster+xml"/>
  <Override PartName="/ppt/slideMasters/slideMaster6.xml" ContentType="application/vnd.openxmlformats-officedocument.presentationml.slideMaster+xml"/>
  <Override PartName="/ppt/slideMasters/slideMaster5.xml" ContentType="application/vnd.openxmlformats-officedocument.presentationml.slideMaster+xml"/>
  <Override PartName="/ppt/slideMasters/slideMaster4.xml" ContentType="application/vnd.openxmlformats-officedocument.presentationml.slideMaster+xml"/>
  <Override PartName="/ppt/slideMasters/slideMaster3.xml" ContentType="application/vnd.openxmlformats-officedocument.presentationml.slideMaster+xml"/>
  <Override PartName="/ppt/slideMasters/slideMaster2.xml" ContentType="application/vnd.openxmlformats-officedocument.presentationml.slideMaster+xml"/>
  <Override PartName="/ppt/slideMasters/slideMaster13.xml" ContentType="application/vnd.openxmlformats-officedocument.presentationml.slideMaster+xml"/>
  <Override PartName="/ppt/slideMasters/slideMaster1.xml" ContentType="application/vnd.openxmlformats-officedocument.presentationml.slideMaster+xml"/>
  <Override PartName="/ppt/presProps.xml" ContentType="application/vnd.openxmlformats-officedocument.presentationml.presProps+xml"/>
  <Override PartName="/ppt/theme/theme14.xml" ContentType="application/vnd.openxmlformats-officedocument.theme+xml"/>
  <Override PartName="/ppt/theme/theme4.xml" ContentType="application/vnd.openxmlformats-officedocument.theme+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13.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10.xml" ContentType="application/vnd.openxmlformats-officedocument.theme+xml"/>
  <Override PartName="/ppt/theme/theme9.xml" ContentType="application/vnd.openxmlformats-officedocument.theme+xml"/>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8.xml" ContentType="application/vnd.openxmlformats-officedocument.presentationml.slideLayout+xml"/>
  <Override PartName="/ppt/slideLayouts/slideLayout12.xml" ContentType="application/vnd.openxmlformats-officedocument.presentationml.slideLayout+xml"/>
  <Override PartName="/ppt/slideLayouts/slideLayout7.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10.xml.rels" ContentType="application/vnd.openxmlformats-package.relationships+xml"/>
  <Override PartName="/ppt/slideLayouts/_rels/slideLayout9.xml.rels" ContentType="application/vnd.openxmlformats-package.relationships+xml"/>
  <Override PartName="/ppt/slideLayouts/_rels/slideLayout17.xml.rels" ContentType="application/vnd.openxmlformats-package.relationships+xml"/>
  <Override PartName="/ppt/slideLayouts/_rels/slideLayout13.xml.rels" ContentType="application/vnd.openxmlformats-package.relationships+xml"/>
  <Override PartName="/ppt/slideLayouts/_rels/slideLayout8.xml.rels" ContentType="application/vnd.openxmlformats-package.relationships+xml"/>
  <Override PartName="/ppt/slideLayouts/_rels/slideLayout16.xml.rels" ContentType="application/vnd.openxmlformats-package.relationships+xml"/>
  <Override PartName="/ppt/slideLayouts/_rels/slideLayout12.xml.rels" ContentType="application/vnd.openxmlformats-package.relationships+xml"/>
  <Override PartName="/ppt/slideLayouts/_rels/slideLayout7.xml.rels" ContentType="application/vnd.openxmlformats-package.relationships+xml"/>
  <Override PartName="/ppt/slideLayouts/_rels/slideLayout15.xml.rels" ContentType="application/vnd.openxmlformats-package.relationships+xml"/>
  <Override PartName="/ppt/slideLayouts/_rels/slideLayout18.xml.rels" ContentType="application/vnd.openxmlformats-package.relationships+xml"/>
  <Override PartName="/ppt/slideLayouts/_rels/slideLayout14.xml.rels" ContentType="application/vnd.openxmlformats-package.relationships+xml"/>
  <Override PartName="/ppt/slideLayouts/_rels/slideLayout6.xml.rels" ContentType="application/vnd.openxmlformats-package.relationships+xml"/>
  <Override PartName="/ppt/slideLayouts/_rels/slideLayout1.xml.rels" ContentType="application/vnd.openxmlformats-package.relationships+xml"/>
  <Override PartName="/ppt/slideLayouts/_rels/slideLayout2.xml.rels" ContentType="application/vnd.openxmlformats-package.relationship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3.png" ContentType="image/png"/>
  <Override PartName="/ppt/media/image9.png" ContentType="image/png"/>
  <Override PartName="/ppt/media/image12.png" ContentType="image/png"/>
  <Override PartName="/ppt/media/image3.png" ContentType="image/png"/>
  <Override PartName="/ppt/media/image8.png" ContentType="image/png"/>
  <Override PartName="/ppt/media/image19.jpeg" ContentType="image/jpeg"/>
  <Override PartName="/ppt/media/image1.jpeg" ContentType="image/jpeg"/>
  <Override PartName="/ppt/media/image10.png" ContentType="image/png"/>
  <Override PartName="/ppt/media/image18.jpeg" ContentType="image/jpeg"/>
  <Override PartName="/ppt/media/image6.png" ContentType="image/png"/>
  <Override PartName="/ppt/media/image15.png" ContentType="image/png"/>
  <Override PartName="/ppt/media/image4.jpeg" ContentType="image/jpeg"/>
  <Override PartName="/ppt/media/image14.png" ContentType="image/png"/>
  <Override PartName="/ppt/media/image5.png" ContentType="image/png"/>
  <Override PartName="/ppt/media/image17.jpeg" ContentType="image/jpeg"/>
  <Override PartName="/ppt/media/image16.png" ContentType="image/png"/>
  <Override PartName="/ppt/media/image7.png" ContentType="image/png"/>
  <Override PartName="/ppt/media/image11.png" ContentType="image/png"/>
  <Override PartName="/ppt/media/image2.png" ContentType="image/png"/>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46.xml" ContentType="application/vnd.openxmlformats-officedocument.presentationml.slide+xml"/>
  <Override PartName="/ppt/slides/slide16.xml" ContentType="application/vnd.openxmlformats-officedocument.presentationml.slide+xml"/>
  <Override PartName="/ppt/slides/slide8.xml" ContentType="application/vnd.openxmlformats-officedocument.presentationml.slide+xml"/>
  <Override PartName="/ppt/slides/slide2.xml" ContentType="application/vnd.openxmlformats-officedocument.presentationml.slide+xml"/>
  <Override PartName="/ppt/slides/slide10.xml" ContentType="application/vnd.openxmlformats-officedocument.presentationml.slide+xml"/>
  <Override PartName="/ppt/slides/slide47.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_rels/slide11.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18.xml.rels" ContentType="application/vnd.openxmlformats-package.relationships+xml"/>
  <Override PartName="/ppt/slides/_rels/slide12.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9.xml.rels" ContentType="application/vnd.openxmlformats-package.relationships+xml"/>
  <Override PartName="/ppt/slides/_rels/slide13.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30.xml.rels" ContentType="application/vnd.openxmlformats-package.relationships+xml"/>
  <Override PartName="/ppt/slides/_rels/slide47.xml.rels" ContentType="application/vnd.openxmlformats-package.relationships+xml"/>
  <Override PartName="/ppt/slides/_rels/slide10.xml.rels" ContentType="application/vnd.openxmlformats-package.relationships+xml"/>
  <Override PartName="/ppt/slides/_rels/slide45.xml.rels" ContentType="application/vnd.openxmlformats-package.relationships+xml"/>
  <Override PartName="/ppt/slides/_rels/slide46.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36.xml.rels" ContentType="application/vnd.openxmlformats-package.relationships+xml"/>
  <Override PartName="/ppt/slides/_rels/slide28.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37.xml.rels" ContentType="application/vnd.openxmlformats-package.relationships+xml"/>
  <Override PartName="/ppt/slides/_rels/slide29.xml.rels" ContentType="application/vnd.openxmlformats-package.relationships+xml"/>
  <Override PartName="/ppt/slides/_rels/slide31.xml.rels" ContentType="application/vnd.openxmlformats-package.relationships+xml"/>
  <Override PartName="/ppt/slides/_rels/slide34.xml.rels" ContentType="application/vnd.openxmlformats-package.relationships+xml"/>
  <Override PartName="/ppt/slides/_rels/slide35.xml.rels" ContentType="application/vnd.openxmlformats-package.relationships+xml"/>
  <Override PartName="/ppt/slides/_rels/slide38.xml.rels" ContentType="application/vnd.openxmlformats-package.relationships+xml"/>
  <Override PartName="/ppt/slides/_rels/slide40.xml.rels" ContentType="application/vnd.openxmlformats-package.relationships+xml"/>
  <Override PartName="/ppt/slides/_rels/slide39.xml.rels" ContentType="application/vnd.openxmlformats-package.relationships+xml"/>
  <Override PartName="/ppt/slides/_rels/slide41.xml.rels" ContentType="application/vnd.openxmlformats-package.relationships+xml"/>
  <Override PartName="/ppt/slides/_rels/slide42.xml.rels" ContentType="application/vnd.openxmlformats-package.relationships+xml"/>
  <Override PartName="/ppt/slides/_rels/slide43.xml.rels" ContentType="application/vnd.openxmlformats-package.relationships+xml"/>
  <Override PartName="/ppt/slides/_rels/slide44.xml.rels" ContentType="application/vnd.openxmlformats-package.relationships+xml"/>
  <Override PartName="/ppt/slides/_rels/slide33.xml.rels" ContentType="application/vnd.openxmlformats-package.relationships+xml"/>
  <Override PartName="/ppt/slides/_rels/slide32.xml.rels" ContentType="application/vnd.openxmlformats-package.relationships+xml"/>
  <Override PartName="/ppt/slides/slide38.xml" ContentType="application/vnd.openxmlformats-officedocument.presentationml.slide+xml"/>
  <Override PartName="/ppt/slides/slide40.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33.xml" ContentType="application/vnd.openxmlformats-officedocument.presentationml.slide+xml"/>
  <Override PartName="/ppt/slides/slide45.xml" ContentType="application/vnd.openxmlformats-officedocument.presentationml.slide+xml"/>
  <Override PartName="/ppt/slides/slide32.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25.xml" ContentType="application/vnd.openxmlformats-officedocument.presentationml.slide+xml"/>
  <Override PartName="/ppt/slides/slide24.xml" ContentType="application/vnd.openxmlformats-officedocument.presentationml.slide+xml"/>
  <Override PartName="/ppt/slides/slide23.xml" ContentType="application/vnd.openxmlformats-officedocument.presentationml.slide+xml"/>
  <Override PartName="/ppt/slides/slide22.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notesSlides/_rels/notesSlide46.xml.rels" ContentType="application/vnd.openxmlformats-package.relationships+xml"/>
  <Override PartName="/ppt/notesSlides/_rels/notesSlide16.xml.rels" ContentType="application/vnd.openxmlformats-package.relationships+xml"/>
  <Override PartName="/ppt/notesSlides/_rels/notesSlide6.xml.rels" ContentType="application/vnd.openxmlformats-package.relationships+xml"/>
  <Override PartName="/ppt/notesSlides/_rels/notesSlide2.xml.rels" ContentType="application/vnd.openxmlformats-package.relationships+xml"/>
  <Override PartName="/ppt/notesSlides/notesSlide2.xml" ContentType="application/vnd.openxmlformats-officedocument.presentationml.notesSlide+xml"/>
  <Override PartName="/ppt/notesSlides/notesSlide6.xml" ContentType="application/vnd.openxmlformats-officedocument.presentationml.notesSlide+xml"/>
  <Override PartName="/ppt/notesSlides/notesSlide16.xml" ContentType="application/vnd.openxmlformats-officedocument.presentationml.notesSlide+xml"/>
  <Override PartName="/ppt/notesSlides/notesSlide46.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customXml" Target="../customXml/item1.xml"/><Relationship Id="rId5" Type="http://schemas.openxmlformats.org/officeDocument/2006/relationships/customXml" Target="../customXml/item2.xml"/><Relationship Id="rId6" Type="http://schemas.openxmlformats.org/officeDocument/2006/relationships/customXml" Target="../customXml/item3.xml"/><Relationship Id="rId7"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63" r:id="rId7"/>
    <p:sldMasterId id="2147483665" r:id="rId8"/>
    <p:sldMasterId id="2147483667" r:id="rId9"/>
    <p:sldMasterId id="2147483669" r:id="rId10"/>
    <p:sldMasterId id="2147483671" r:id="rId11"/>
    <p:sldMasterId id="2147483673" r:id="rId12"/>
    <p:sldMasterId id="2147483675" r:id="rId13"/>
    <p:sldMasterId id="2147483677" r:id="rId14"/>
  </p:sldMasterIdLst>
  <p:notesMasterIdLst>
    <p:notesMasterId r:id="rId15"/>
  </p:notesMasterIdLst>
  <p:sldIdLst>
    <p:sldId id="256" r:id="rId16"/>
    <p:sldId id="257" r:id="rId1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 id="291" r:id="rId51"/>
    <p:sldId id="292" r:id="rId52"/>
    <p:sldId id="293" r:id="rId53"/>
    <p:sldId id="294" r:id="rId54"/>
    <p:sldId id="295" r:id="rId55"/>
    <p:sldId id="296" r:id="rId56"/>
    <p:sldId id="297" r:id="rId57"/>
    <p:sldId id="298" r:id="rId58"/>
    <p:sldId id="299" r:id="rId59"/>
    <p:sldId id="300" r:id="rId60"/>
    <p:sldId id="301" r:id="rId61"/>
    <p:sldId id="302" r:id="rId62"/>
  </p:sldIdLst>
  <p:sldSz cx="12192000" cy="6858000"/>
  <p:notesSz cx="6858000" cy="1857375"/>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notesMaster" Target="notesMasters/notesMaster1.xml"/><Relationship Id="rId16" Type="http://schemas.openxmlformats.org/officeDocument/2006/relationships/slide" Target="slides/slide1.xml"/><Relationship Id="rId17" Type="http://schemas.openxmlformats.org/officeDocument/2006/relationships/slide" Target="slides/slide2.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 Id="rId51" Type="http://schemas.openxmlformats.org/officeDocument/2006/relationships/slide" Target="slides/slide36.xml"/><Relationship Id="rId52" Type="http://schemas.openxmlformats.org/officeDocument/2006/relationships/slide" Target="slides/slide37.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 name="PlaceHolder 1"/>
          <p:cNvSpPr>
            <a:spLocks noGrp="1"/>
          </p:cNvSpPr>
          <p:nvPr>
            <p:ph type="sldImg"/>
          </p:nvPr>
        </p:nvSpPr>
        <p:spPr>
          <a:xfrm>
            <a:off x="0" y="812520"/>
            <a:ext cx="0" cy="0"/>
          </a:xfrm>
          <a:prstGeom prst="rect">
            <a:avLst/>
          </a:prstGeom>
          <a:noFill/>
          <a:ln w="0">
            <a:noFill/>
          </a:ln>
        </p:spPr>
        <p:txBody>
          <a:bodyPr lIns="0" rIns="0" tIns="0" bIns="0" anchor="ctr">
            <a:noAutofit/>
          </a:bodyPr>
          <a:p>
            <a:r>
              <a:rPr b="0" lang="en-US" sz="1800" strike="noStrike" u="none">
                <a:solidFill>
                  <a:schemeClr val="dk1"/>
                </a:solidFill>
                <a:uFillTx/>
                <a:latin typeface="Calibri"/>
              </a:rPr>
              <a:t>Click to move the slide</a:t>
            </a:r>
            <a:endParaRPr b="0" lang="en-US" sz="1800" strike="noStrike" u="none">
              <a:solidFill>
                <a:schemeClr val="dk1"/>
              </a:solidFill>
              <a:uFillTx/>
              <a:latin typeface="Calibri"/>
            </a:endParaRPr>
          </a:p>
        </p:txBody>
      </p:sp>
      <p:sp>
        <p:nvSpPr>
          <p:cNvPr id="75"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pl-PL" sz="2000" strike="noStrike" u="none">
                <a:solidFill>
                  <a:srgbClr val="000000"/>
                </a:solidFill>
                <a:uFillTx/>
                <a:latin typeface="Arial"/>
              </a:rPr>
              <a:t>Click to edit the notes format</a:t>
            </a:r>
            <a:endParaRPr b="0" lang="pl-PL" sz="2000" strike="noStrike" u="none">
              <a:solidFill>
                <a:srgbClr val="000000"/>
              </a:solidFill>
              <a:uFillTx/>
              <a:latin typeface="Arial"/>
            </a:endParaRPr>
          </a:p>
        </p:txBody>
      </p:sp>
      <p:sp>
        <p:nvSpPr>
          <p:cNvPr id="76"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77" name="PlaceHolder 4"/>
          <p:cNvSpPr>
            <a:spLocks noGrp="1"/>
          </p:cNvSpPr>
          <p:nvPr>
            <p:ph type="dt" idx="34"/>
          </p:nvPr>
        </p:nvSpPr>
        <p:spPr>
          <a:xfrm>
            <a:off x="4278960" y="0"/>
            <a:ext cx="3280680" cy="534240"/>
          </a:xfrm>
          <a:prstGeom prst="rect">
            <a:avLst/>
          </a:prstGeom>
          <a:noFill/>
          <a:ln w="0">
            <a:noFill/>
          </a:ln>
        </p:spPr>
        <p:txBody>
          <a:bodyPr lIns="0" rIns="0" tIns="0" bIns="0" anchor="t">
            <a:noAutofit/>
          </a:bodyPr>
          <a:lstStyle>
            <a:lvl1pPr indent="0" algn="r">
              <a:buNone/>
              <a:defRPr b="0" lang="pl-PL" sz="1400" strike="noStrike" u="none">
                <a:solidFill>
                  <a:srgbClr val="000000"/>
                </a:solidFill>
                <a:uFillTx/>
                <a:latin typeface="Times New Roman"/>
              </a:defRPr>
            </a:lvl1pPr>
          </a:lstStyle>
          <a:p>
            <a:pPr indent="0" algn="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78" name="PlaceHolder 5"/>
          <p:cNvSpPr>
            <a:spLocks noGrp="1"/>
          </p:cNvSpPr>
          <p:nvPr>
            <p:ph type="ftr" idx="35"/>
          </p:nvPr>
        </p:nvSpPr>
        <p:spPr>
          <a:xfrm>
            <a:off x="0" y="10157400"/>
            <a:ext cx="3280680" cy="534240"/>
          </a:xfrm>
          <a:prstGeom prst="rect">
            <a:avLst/>
          </a:prstGeom>
          <a:noFill/>
          <a:ln w="0">
            <a:noFill/>
          </a:ln>
        </p:spPr>
        <p:txBody>
          <a:bodyPr lIns="0" rIns="0" tIns="0" bIns="0" anchor="b">
            <a:noAutofit/>
          </a:bodyPr>
          <a:lstStyle>
            <a:lvl1pPr indent="0">
              <a:buNone/>
              <a:defRPr b="0" lang="pl-PL" sz="1400" strike="noStrike" u="none">
                <a:solidFill>
                  <a:srgbClr val="000000"/>
                </a:solidFill>
                <a:uFillTx/>
                <a:latin typeface="Times New Roman"/>
              </a:defRPr>
            </a:lvl1pPr>
          </a:lstStyle>
          <a:p>
            <a:pPr indent="0">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79" name="PlaceHolder 6"/>
          <p:cNvSpPr>
            <a:spLocks noGrp="1"/>
          </p:cNvSpPr>
          <p:nvPr>
            <p:ph type="sldNum" idx="36"/>
          </p:nvPr>
        </p:nvSpPr>
        <p:spPr>
          <a:xfrm>
            <a:off x="4278960" y="10157400"/>
            <a:ext cx="3280680" cy="534240"/>
          </a:xfrm>
          <a:prstGeom prst="rect">
            <a:avLst/>
          </a:prstGeom>
          <a:noFill/>
          <a:ln w="0">
            <a:noFill/>
          </a:ln>
        </p:spPr>
        <p:txBody>
          <a:bodyPr lIns="0" rIns="0" tIns="0" bIns="0" anchor="b">
            <a:noAutofit/>
          </a:bodyPr>
          <a:lstStyle>
            <a:lvl1pPr indent="0" algn="r">
              <a:buNone/>
              <a:defRPr b="0" lang="pl-PL" sz="1400" strike="noStrike" u="none">
                <a:solidFill>
                  <a:srgbClr val="000000"/>
                </a:solidFill>
                <a:uFillTx/>
                <a:latin typeface="Times New Roman"/>
              </a:defRPr>
            </a:lvl1pPr>
          </a:lstStyle>
          <a:p>
            <a:pPr indent="0" algn="r">
              <a:buNone/>
            </a:pPr>
            <a:fld id="{EDDFA277-CEC6-4D11-975D-B70E9D19650D}" type="slidenum">
              <a:rPr b="0" lang="pl-PL" sz="1400" strike="noStrike" u="none">
                <a:solidFill>
                  <a:srgbClr val="000000"/>
                </a:solidFill>
                <a:uFillTx/>
                <a:latin typeface="Times New Roman"/>
              </a:rPr>
              <a:t>1</a:t>
            </a:fld>
            <a:endParaRPr b="0" lang="pl-PL" sz="1400" strike="noStrike" u="none">
              <a:solidFill>
                <a:srgbClr val="000000"/>
              </a:solidFill>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46.xml.rels><?xml version="1.0" encoding="UTF-8"?>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
</Relationship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6" name="PlaceHolder 1"/>
          <p:cNvSpPr>
            <a:spLocks noGrp="1"/>
          </p:cNvSpPr>
          <p:nvPr>
            <p:ph type="sldImg"/>
          </p:nvPr>
        </p:nvSpPr>
        <p:spPr>
          <a:xfrm>
            <a:off x="685800" y="1143000"/>
            <a:ext cx="5486040" cy="3085920"/>
          </a:xfrm>
          <a:prstGeom prst="rect">
            <a:avLst/>
          </a:prstGeom>
          <a:ln w="0">
            <a:noFill/>
          </a:ln>
        </p:spPr>
      </p:sp>
      <p:sp>
        <p:nvSpPr>
          <p:cNvPr id="22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pl-PL" sz="1800" strike="noStrike" u="none">
              <a:solidFill>
                <a:srgbClr val="000000"/>
              </a:solidFill>
              <a:uFillTx/>
              <a:latin typeface="Arial"/>
            </a:endParaRPr>
          </a:p>
        </p:txBody>
      </p:sp>
      <p:sp>
        <p:nvSpPr>
          <p:cNvPr id="228" name="PlaceHolder 3"/>
          <p:cNvSpPr>
            <a:spLocks noGrp="1"/>
          </p:cNvSpPr>
          <p:nvPr>
            <p:ph type="sldNum" idx="41"/>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uFillTx/>
                <a:latin typeface="Times New Roman"/>
              </a:defRPr>
            </a:lvl1pPr>
          </a:lstStyle>
          <a:p>
            <a:pPr indent="0" algn="r">
              <a:lnSpc>
                <a:spcPct val="100000"/>
              </a:lnSpc>
              <a:buNone/>
            </a:pPr>
            <a:fld id="{F83DB88C-24AE-46CA-A916-E226FBC289EF}" type="slidenum">
              <a:rPr b="0" lang="en-US" sz="1200" strike="noStrike" u="none">
                <a:solidFill>
                  <a:srgbClr val="000000"/>
                </a:solidFill>
                <a:uFillTx/>
                <a:latin typeface="Times New Roman"/>
              </a:rPr>
              <a:t>&lt;number&gt;</a:t>
            </a:fld>
            <a:endParaRPr b="0" lang="pl-PL" sz="1200" strike="noStrike" u="none">
              <a:solidFill>
                <a:srgbClr val="000000"/>
              </a:solidFill>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9" name="PlaceHolder 1"/>
          <p:cNvSpPr>
            <a:spLocks noGrp="1"/>
          </p:cNvSpPr>
          <p:nvPr>
            <p:ph type="sldImg"/>
          </p:nvPr>
        </p:nvSpPr>
        <p:spPr>
          <a:xfrm>
            <a:off x="685800" y="1143000"/>
            <a:ext cx="5486040" cy="3085920"/>
          </a:xfrm>
          <a:prstGeom prst="rect">
            <a:avLst/>
          </a:prstGeom>
          <a:ln w="0">
            <a:noFill/>
          </a:ln>
        </p:spPr>
      </p:sp>
      <p:sp>
        <p:nvSpPr>
          <p:cNvPr id="23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pl-PL" sz="1800" strike="noStrike" u="none">
              <a:solidFill>
                <a:srgbClr val="000000"/>
              </a:solidFill>
              <a:uFillTx/>
              <a:latin typeface="Arial"/>
            </a:endParaRPr>
          </a:p>
        </p:txBody>
      </p:sp>
      <p:sp>
        <p:nvSpPr>
          <p:cNvPr id="231" name="PlaceHolder 3"/>
          <p:cNvSpPr>
            <a:spLocks noGrp="1"/>
          </p:cNvSpPr>
          <p:nvPr>
            <p:ph type="sldNum" idx="42"/>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uFillTx/>
                <a:latin typeface="Times New Roman"/>
              </a:defRPr>
            </a:lvl1pPr>
          </a:lstStyle>
          <a:p>
            <a:pPr indent="0" algn="r">
              <a:lnSpc>
                <a:spcPct val="100000"/>
              </a:lnSpc>
              <a:buNone/>
            </a:pPr>
            <a:fld id="{5F9D83B8-883E-420A-8A86-B7BE0C75FE53}" type="slidenum">
              <a:rPr b="0" lang="en-US" sz="1200" strike="noStrike" u="none">
                <a:solidFill>
                  <a:srgbClr val="000000"/>
                </a:solidFill>
                <a:uFillTx/>
                <a:latin typeface="Times New Roman"/>
              </a:rPr>
              <a:t>&lt;number&gt;</a:t>
            </a:fld>
            <a:endParaRPr b="0" lang="pl-PL" sz="1200" strike="noStrike" u="none">
              <a:solidFill>
                <a:srgbClr val="000000"/>
              </a:solidFill>
              <a:uFillTx/>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2" name="PlaceHolder 1"/>
          <p:cNvSpPr>
            <a:spLocks noGrp="1"/>
          </p:cNvSpPr>
          <p:nvPr>
            <p:ph type="sldImg"/>
          </p:nvPr>
        </p:nvSpPr>
        <p:spPr>
          <a:xfrm>
            <a:off x="685800" y="1143000"/>
            <a:ext cx="5486040" cy="3085920"/>
          </a:xfrm>
          <a:prstGeom prst="rect">
            <a:avLst/>
          </a:prstGeom>
          <a:ln w="0">
            <a:noFill/>
          </a:ln>
        </p:spPr>
      </p:sp>
      <p:sp>
        <p:nvSpPr>
          <p:cNvPr id="23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pl-PL" sz="1800" strike="noStrike" u="none">
              <a:solidFill>
                <a:srgbClr val="000000"/>
              </a:solidFill>
              <a:uFillTx/>
              <a:latin typeface="Arial"/>
            </a:endParaRPr>
          </a:p>
        </p:txBody>
      </p:sp>
      <p:sp>
        <p:nvSpPr>
          <p:cNvPr id="234" name="PlaceHolder 3"/>
          <p:cNvSpPr>
            <a:spLocks noGrp="1"/>
          </p:cNvSpPr>
          <p:nvPr>
            <p:ph type="sldNum" idx="43"/>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uFillTx/>
                <a:latin typeface="Times New Roman"/>
              </a:defRPr>
            </a:lvl1pPr>
          </a:lstStyle>
          <a:p>
            <a:pPr indent="0" algn="r">
              <a:lnSpc>
                <a:spcPct val="100000"/>
              </a:lnSpc>
              <a:buNone/>
            </a:pPr>
            <a:fld id="{6AADD257-3908-47DE-9ED1-CE31CF8A84EC}" type="slidenum">
              <a:rPr b="0" lang="en-US" sz="1200" strike="noStrike" u="none">
                <a:solidFill>
                  <a:srgbClr val="000000"/>
                </a:solidFill>
                <a:uFillTx/>
                <a:latin typeface="Times New Roman"/>
              </a:rPr>
              <a:t>&lt;number&gt;</a:t>
            </a:fld>
            <a:endParaRPr b="0" lang="pl-PL" sz="1200" strike="noStrike" u="none">
              <a:solidFill>
                <a:srgbClr val="000000"/>
              </a:solidFill>
              <a:uFillTx/>
              <a:latin typeface="Times New Roman"/>
            </a:endParaRPr>
          </a:p>
        </p:txBody>
      </p:sp>
    </p:spTree>
  </p:cSld>
</p:notes>
</file>

<file path=ppt/notesSlides/notesSlide4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5" name="PlaceHolder 1"/>
          <p:cNvSpPr>
            <a:spLocks noGrp="1"/>
          </p:cNvSpPr>
          <p:nvPr>
            <p:ph type="sldImg"/>
          </p:nvPr>
        </p:nvSpPr>
        <p:spPr>
          <a:xfrm>
            <a:off x="685800" y="1143000"/>
            <a:ext cx="5486040" cy="3085920"/>
          </a:xfrm>
          <a:prstGeom prst="rect">
            <a:avLst/>
          </a:prstGeom>
          <a:ln w="0">
            <a:noFill/>
          </a:ln>
        </p:spPr>
      </p:sp>
      <p:sp>
        <p:nvSpPr>
          <p:cNvPr id="23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216000">
              <a:buNone/>
            </a:pPr>
            <a:endParaRPr b="0" lang="pl-PL" sz="1800" strike="noStrike" u="none">
              <a:solidFill>
                <a:srgbClr val="000000"/>
              </a:solidFill>
              <a:uFillTx/>
              <a:latin typeface="Arial"/>
            </a:endParaRPr>
          </a:p>
        </p:txBody>
      </p:sp>
      <p:sp>
        <p:nvSpPr>
          <p:cNvPr id="237" name="PlaceHolder 3"/>
          <p:cNvSpPr>
            <a:spLocks noGrp="1"/>
          </p:cNvSpPr>
          <p:nvPr>
            <p:ph type="sldNum" idx="44"/>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trike="noStrike" u="none">
                <a:solidFill>
                  <a:srgbClr val="000000"/>
                </a:solidFill>
                <a:uFillTx/>
                <a:latin typeface="Times New Roman"/>
              </a:defRPr>
            </a:lvl1pPr>
          </a:lstStyle>
          <a:p>
            <a:pPr indent="0" algn="r">
              <a:lnSpc>
                <a:spcPct val="100000"/>
              </a:lnSpc>
              <a:buNone/>
            </a:pPr>
            <a:fld id="{8374F860-F973-47A7-A4D5-7E58894E9EEF}" type="slidenum">
              <a:rPr b="0" lang="en-US" sz="1200" strike="noStrike" u="none">
                <a:solidFill>
                  <a:srgbClr val="000000"/>
                </a:solidFill>
                <a:uFillTx/>
                <a:latin typeface="Times New Roman"/>
              </a:rPr>
              <a:t>&lt;number&gt;</a:t>
            </a:fld>
            <a:endParaRPr b="0" lang="pl-PL" sz="1200" strike="noStrike" u="none">
              <a:solidFill>
                <a:srgbClr val="000000"/>
              </a:solidFill>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Slide">
    <p:spTree>
      <p:nvGrpSpPr>
        <p:cNvPr id="1" name=""/>
        <p:cNvGrpSpPr/>
        <p:nvPr/>
      </p:nvGrpSpPr>
      <p:grpSpPr>
        <a:xfrm>
          <a:off x="0" y="0"/>
          <a:ext cx="0" cy="0"/>
          <a:chOff x="0" y="0"/>
          <a:chExt cx="0" cy="0"/>
        </a:xfrm>
      </p:grpSpPr>
      <p:sp>
        <p:nvSpPr>
          <p:cNvPr id="2" name="PlaceHolder 1"/>
          <p:cNvSpPr>
            <a:spLocks noGrp="1"/>
          </p:cNvSpPr>
          <p:nvPr>
            <p:ph type="sldNum" idx="1"/>
          </p:nvPr>
        </p:nvSpPr>
        <p:spPr/>
        <p:txBody>
          <a:bodyPr/>
          <a:p>
            <a:fld id="{E0B4C2FA-66FC-4258-806B-BD25FA91B226}" type="slidenum">
              <a:t>&lt;#&gt;</a:t>
            </a:fld>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3"/>
          </p:nvPr>
        </p:nvSpPr>
        <p:spPr/>
        <p:txBody>
          <a:bodyPr/>
          <a:p>
            <a:r>
              <a:t>Footer</a:t>
            </a:r>
          </a:p>
        </p:txBody>
      </p:sp>
      <p:sp>
        <p:nvSpPr>
          <p:cNvPr id="3" name="PlaceHolder 2"/>
          <p:cNvSpPr>
            <a:spLocks noGrp="1"/>
          </p:cNvSpPr>
          <p:nvPr>
            <p:ph type="sldNum" idx="4"/>
          </p:nvPr>
        </p:nvSpPr>
        <p:spPr/>
        <p:txBody>
          <a:bodyPr/>
          <a:p>
            <a:fld id="{39171EEF-17D7-45FE-8F71-70A36A9F478B}" type="slidenum">
              <a:t>&lt;#&gt;</a:t>
            </a:fld>
          </a:p>
        </p:txBody>
      </p:sp>
      <p:sp>
        <p:nvSpPr>
          <p:cNvPr id="4" name="PlaceHolder 3"/>
          <p:cNvSpPr>
            <a:spLocks noGrp="1"/>
          </p:cNvSpPr>
          <p:nvPr>
            <p:ph type="dt" idx="2"/>
          </p:nvPr>
        </p:nvSpPr>
        <p:spPr/>
        <p:txBody>
          <a:bodyPr/>
          <a:p>
            <a:r>
              <a:rPr lang="pl-PL"/>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6"/>
          </p:nvPr>
        </p:nvSpPr>
        <p:spPr/>
        <p:txBody>
          <a:bodyPr/>
          <a:p>
            <a:r>
              <a:t>Footer</a:t>
            </a:r>
          </a:p>
        </p:txBody>
      </p:sp>
      <p:sp>
        <p:nvSpPr>
          <p:cNvPr id="3" name="PlaceHolder 2"/>
          <p:cNvSpPr>
            <a:spLocks noGrp="1"/>
          </p:cNvSpPr>
          <p:nvPr>
            <p:ph type="sldNum" idx="7"/>
          </p:nvPr>
        </p:nvSpPr>
        <p:spPr/>
        <p:txBody>
          <a:bodyPr/>
          <a:p>
            <a:fld id="{C38F31CB-DD5B-4392-9EA2-255C15A9F4AB}" type="slidenum">
              <a:t>&lt;#&gt;</a:t>
            </a:fld>
          </a:p>
        </p:txBody>
      </p:sp>
      <p:sp>
        <p:nvSpPr>
          <p:cNvPr id="4" name="PlaceHolder 3"/>
          <p:cNvSpPr>
            <a:spLocks noGrp="1"/>
          </p:cNvSpPr>
          <p:nvPr>
            <p:ph type="dt" idx="5"/>
          </p:nvPr>
        </p:nvSpPr>
        <p:spPr/>
        <p:txBody>
          <a:bodyPr/>
          <a:p>
            <a:r>
              <a:rPr lang="pl-PL"/>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Blank">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1_Vertical Title and Tex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US" sz="1800" strike="noStrike" u="none">
              <a:solidFill>
                <a:schemeClr val="dk1"/>
              </a:solidFill>
              <a:uFillTx/>
              <a:latin typeface="Calibri"/>
            </a:endParaRPr>
          </a:p>
        </p:txBody>
      </p:sp>
      <p:sp>
        <p:nvSpPr>
          <p:cNvPr id="20" name="PlaceHolder 2"/>
          <p:cNvSpPr>
            <a:spLocks noGrp="1"/>
          </p:cNvSpPr>
          <p:nvPr>
            <p:ph/>
          </p:nvPr>
        </p:nvSpPr>
        <p:spPr>
          <a:xfrm>
            <a:off x="838080" y="365040"/>
            <a:ext cx="7733880" cy="5811480"/>
          </a:xfrm>
          <a:prstGeom prst="rect">
            <a:avLst/>
          </a:prstGeom>
          <a:noFill/>
          <a:ln w="0">
            <a:noFill/>
          </a:ln>
        </p:spPr>
        <p:txBody>
          <a:bodyPr lIns="0" rIns="0" tIns="0" bIns="0" anchor="t">
            <a:normAutofit/>
          </a:bodyPr>
          <a:p>
            <a:pPr indent="0">
              <a:lnSpc>
                <a:spcPct val="90000"/>
              </a:lnSpc>
              <a:spcBef>
                <a:spcPts val="1417"/>
              </a:spcBef>
              <a:buNone/>
            </a:pPr>
            <a:endParaRPr b="0" lang="en-US" sz="2800" strike="noStrike" u="none">
              <a:solidFill>
                <a:schemeClr val="dk1"/>
              </a:solidFill>
              <a:uFillTx/>
              <a:latin typeface="Calibri"/>
            </a:endParaRPr>
          </a:p>
        </p:txBody>
      </p:sp>
      <p:sp>
        <p:nvSpPr>
          <p:cNvPr id="4" name="PlaceHolder 3"/>
          <p:cNvSpPr>
            <a:spLocks noGrp="1"/>
          </p:cNvSpPr>
          <p:nvPr>
            <p:ph type="ftr" idx="9"/>
          </p:nvPr>
        </p:nvSpPr>
        <p:spPr/>
        <p:txBody>
          <a:bodyPr/>
          <a:p>
            <a:r>
              <a:t>Footer</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1_Vertical Title and Text">
    <p:spTree>
      <p:nvGrpSpPr>
        <p:cNvPr id="1" name=""/>
        <p:cNvGrpSpPr/>
        <p:nvPr/>
      </p:nvGrpSpPr>
      <p:grpSpPr>
        <a:xfrm>
          <a:off x="0" y="0"/>
          <a:ext cx="0" cy="0"/>
          <a:chOff x="0" y="0"/>
          <a:chExt cx="0" cy="0"/>
        </a:xfrm>
      </p:grpSpPr>
      <p:sp>
        <p:nvSpPr>
          <p:cNvPr id="2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US" sz="1800" strike="noStrike" u="none">
              <a:solidFill>
                <a:schemeClr val="dk1"/>
              </a:solidFill>
              <a:uFillTx/>
              <a:latin typeface="Calibri"/>
            </a:endParaRPr>
          </a:p>
        </p:txBody>
      </p:sp>
      <p:sp>
        <p:nvSpPr>
          <p:cNvPr id="22" name="PlaceHolder 2"/>
          <p:cNvSpPr>
            <a:spLocks noGrp="1"/>
          </p:cNvSpPr>
          <p:nvPr>
            <p:ph/>
          </p:nvPr>
        </p:nvSpPr>
        <p:spPr>
          <a:xfrm>
            <a:off x="838080" y="365040"/>
            <a:ext cx="3773880" cy="5811480"/>
          </a:xfrm>
          <a:prstGeom prst="rect">
            <a:avLst/>
          </a:prstGeom>
          <a:noFill/>
          <a:ln w="0">
            <a:noFill/>
          </a:ln>
        </p:spPr>
        <p:txBody>
          <a:bodyPr lIns="0" rIns="0" tIns="0" bIns="0" anchor="t">
            <a:normAutofit/>
          </a:bodyPr>
          <a:p>
            <a:pPr indent="0">
              <a:lnSpc>
                <a:spcPct val="90000"/>
              </a:lnSpc>
              <a:spcBef>
                <a:spcPts val="1417"/>
              </a:spcBef>
              <a:buNone/>
            </a:pPr>
            <a:endParaRPr b="0" lang="en-US" sz="2800" strike="noStrike" u="none">
              <a:solidFill>
                <a:schemeClr val="dk1"/>
              </a:solidFill>
              <a:uFillTx/>
              <a:latin typeface="Calibri"/>
            </a:endParaRPr>
          </a:p>
        </p:txBody>
      </p:sp>
      <p:sp>
        <p:nvSpPr>
          <p:cNvPr id="23" name="PlaceHolder 3"/>
          <p:cNvSpPr>
            <a:spLocks noGrp="1"/>
          </p:cNvSpPr>
          <p:nvPr>
            <p:ph/>
          </p:nvPr>
        </p:nvSpPr>
        <p:spPr>
          <a:xfrm>
            <a:off x="4800960" y="365040"/>
            <a:ext cx="3773880" cy="5811480"/>
          </a:xfrm>
          <a:prstGeom prst="rect">
            <a:avLst/>
          </a:prstGeom>
          <a:noFill/>
          <a:ln w="0">
            <a:noFill/>
          </a:ln>
        </p:spPr>
        <p:txBody>
          <a:bodyPr lIns="0" rIns="0" tIns="0" bIns="0" anchor="t">
            <a:normAutofit/>
          </a:bodyPr>
          <a:p>
            <a:pPr indent="0">
              <a:lnSpc>
                <a:spcPct val="90000"/>
              </a:lnSpc>
              <a:spcBef>
                <a:spcPts val="1417"/>
              </a:spcBef>
              <a:buNone/>
            </a:pPr>
            <a:endParaRPr b="0" lang="en-US" sz="2800" strike="noStrike" u="none">
              <a:solidFill>
                <a:schemeClr val="dk1"/>
              </a:solidFill>
              <a:uFillTx/>
              <a:latin typeface="Calibri"/>
            </a:endParaRPr>
          </a:p>
        </p:txBody>
      </p:sp>
      <p:sp>
        <p:nvSpPr>
          <p:cNvPr id="5" name="PlaceHolder 4"/>
          <p:cNvSpPr>
            <a:spLocks noGrp="1"/>
          </p:cNvSpPr>
          <p:nvPr>
            <p:ph type="ftr" idx="9"/>
          </p:nvPr>
        </p:nvSpPr>
        <p:spPr/>
        <p:txBody>
          <a:bodyPr/>
          <a:p>
            <a:r>
              <a:t>Footer</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1_Vertical Title and Text">
    <p:spTree>
      <p:nvGrpSpPr>
        <p:cNvPr id="1" name=""/>
        <p:cNvGrpSpPr/>
        <p:nvPr/>
      </p:nvGrpSpPr>
      <p:grpSpPr>
        <a:xfrm>
          <a:off x="0" y="0"/>
          <a:ext cx="0" cy="0"/>
          <a:chOff x="0" y="0"/>
          <a:chExt cx="0" cy="0"/>
        </a:xfrm>
      </p:grpSpPr>
      <p:sp>
        <p:nvSpPr>
          <p:cNvPr id="2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US" sz="1800" strike="noStrike" u="none">
              <a:solidFill>
                <a:schemeClr val="dk1"/>
              </a:solidFill>
              <a:uFillTx/>
              <a:latin typeface="Calibri"/>
            </a:endParaRPr>
          </a:p>
        </p:txBody>
      </p:sp>
      <p:sp>
        <p:nvSpPr>
          <p:cNvPr id="3" name="PlaceHolder 2"/>
          <p:cNvSpPr>
            <a:spLocks noGrp="1"/>
          </p:cNvSpPr>
          <p:nvPr>
            <p:ph type="ftr" idx="9"/>
          </p:nvPr>
        </p:nvSpPr>
        <p:spPr/>
        <p:txBody>
          <a:bodyPr/>
          <a:p>
            <a:r>
              <a:t>Footer</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1_Vertical Title and Text">
    <p:spTree>
      <p:nvGrpSpPr>
        <p:cNvPr id="1" name=""/>
        <p:cNvGrpSpPr/>
        <p:nvPr/>
      </p:nvGrpSpPr>
      <p:grpSpPr>
        <a:xfrm>
          <a:off x="0" y="0"/>
          <a:ext cx="0" cy="0"/>
          <a:chOff x="0" y="0"/>
          <a:chExt cx="0" cy="0"/>
        </a:xfrm>
      </p:grpSpPr>
      <p:sp>
        <p:nvSpPr>
          <p:cNvPr id="2" name="PlaceHolder 1"/>
          <p:cNvSpPr>
            <a:spLocks noGrp="1"/>
          </p:cNvSpPr>
          <p:nvPr>
            <p:ph type="ftr" idx="9"/>
          </p:nvPr>
        </p:nvSpPr>
        <p:spPr/>
        <p:txBody>
          <a:bodyPr/>
          <a:p>
            <a:r>
              <a:t>Footer</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1_Vertical Title and Text">
    <p:spTree>
      <p:nvGrpSpPr>
        <p:cNvPr id="1" name=""/>
        <p:cNvGrpSpPr/>
        <p:nvPr/>
      </p:nvGrpSpPr>
      <p:grpSpPr>
        <a:xfrm>
          <a:off x="0" y="0"/>
          <a:ext cx="0" cy="0"/>
          <a:chOff x="0" y="0"/>
          <a:chExt cx="0" cy="0"/>
        </a:xfrm>
      </p:grpSpPr>
      <p:sp>
        <p:nvSpPr>
          <p:cNvPr id="2" name="PlaceHolder 1"/>
          <p:cNvSpPr>
            <a:spLocks noGrp="1"/>
          </p:cNvSpPr>
          <p:nvPr>
            <p:ph type="ftr" idx="9"/>
          </p:nvPr>
        </p:nvSpPr>
        <p:spPr/>
        <p:txBody>
          <a:bodyPr/>
          <a:p>
            <a:r>
              <a:t>Footer</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Vertical Title and Text">
    <p:spTree>
      <p:nvGrpSpPr>
        <p:cNvPr id="1" name=""/>
        <p:cNvGrpSpPr/>
        <p:nvPr/>
      </p:nvGrpSpPr>
      <p:grpSpPr>
        <a:xfrm>
          <a:off x="0" y="0"/>
          <a:ext cx="0" cy="0"/>
          <a:chOff x="0" y="0"/>
          <a:chExt cx="0" cy="0"/>
        </a:xfrm>
      </p:grpSpPr>
      <p:sp>
        <p:nvSpPr>
          <p:cNvPr id="2" name="PlaceHolder 1"/>
          <p:cNvSpPr>
            <a:spLocks noGrp="1"/>
          </p:cNvSpPr>
          <p:nvPr>
            <p:ph type="ftr" idx="9"/>
          </p:nvPr>
        </p:nvSpPr>
        <p:spPr/>
        <p:txBody>
          <a:bodyPr/>
          <a:p>
            <a:r>
              <a:t>Footer</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3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US" sz="1800" strike="noStrike" u="none">
              <a:solidFill>
                <a:schemeClr val="dk1"/>
              </a:solidFill>
              <a:uFillTx/>
              <a:latin typeface="Calibri"/>
            </a:endParaRPr>
          </a:p>
        </p:txBody>
      </p:sp>
      <p:sp>
        <p:nvSpPr>
          <p:cNvPr id="31" name="PlaceHolder 2"/>
          <p:cNvSpPr>
            <a:spLocks noGrp="1"/>
          </p:cNvSpPr>
          <p:nvPr>
            <p:ph/>
          </p:nvPr>
        </p:nvSpPr>
        <p:spPr>
          <a:xfrm>
            <a:off x="838080" y="365040"/>
            <a:ext cx="7733880" cy="5811480"/>
          </a:xfrm>
          <a:prstGeom prst="rect">
            <a:avLst/>
          </a:prstGeom>
          <a:noFill/>
          <a:ln w="0">
            <a:noFill/>
          </a:ln>
        </p:spPr>
        <p:txBody>
          <a:bodyPr lIns="0" rIns="0" tIns="0" bIns="0" anchor="t">
            <a:normAutofit/>
          </a:bodyPr>
          <a:p>
            <a:pPr indent="0">
              <a:lnSpc>
                <a:spcPct val="90000"/>
              </a:lnSpc>
              <a:spcBef>
                <a:spcPts val="1417"/>
              </a:spcBef>
              <a:buNone/>
            </a:pPr>
            <a:endParaRPr b="0" lang="en-US" sz="2800" strike="noStrike" u="none">
              <a:solidFill>
                <a:schemeClr val="dk1"/>
              </a:solidFill>
              <a:uFillTx/>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5F2C94D7-F741-4F1E-9591-BD8E49740EFE}" type="slidenum">
              <a:t>&lt;#&gt;</a:t>
            </a:fld>
          </a:p>
        </p:txBody>
      </p:sp>
      <p:sp>
        <p:nvSpPr>
          <p:cNvPr id="6" name="PlaceHolder 5"/>
          <p:cNvSpPr>
            <a:spLocks noGrp="1"/>
          </p:cNvSpPr>
          <p:nvPr>
            <p:ph type="dt" idx="10"/>
          </p:nvPr>
        </p:nvSpPr>
        <p:spPr/>
        <p:txBody>
          <a:bodyPr/>
          <a:p>
            <a:r>
              <a:rPr lang="pl-PL"/>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BB5DD767-B250-464E-B6EC-D8F27AAEAE5D}" type="slidenum">
              <a:t>&lt;#&gt;</a:t>
            </a:fld>
          </a:p>
        </p:txBody>
      </p:sp>
      <p:sp>
        <p:nvSpPr>
          <p:cNvPr id="4" name="PlaceHolder 3"/>
          <p:cNvSpPr>
            <a:spLocks noGrp="1"/>
          </p:cNvSpPr>
          <p:nvPr>
            <p:ph type="dt" idx="13"/>
          </p:nvPr>
        </p:nvSpPr>
        <p:spPr/>
        <p:txBody>
          <a:bodyPr/>
          <a:p>
            <a:r>
              <a:rPr lang="pl-PL"/>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4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US" sz="1800" strike="noStrike" u="none">
              <a:solidFill>
                <a:schemeClr val="dk1"/>
              </a:solidFill>
              <a:uFillTx/>
              <a:latin typeface="Calibri"/>
            </a:endParaRPr>
          </a:p>
        </p:txBody>
      </p:sp>
      <p:sp>
        <p:nvSpPr>
          <p:cNvPr id="44" name="PlaceHolder 2"/>
          <p:cNvSpPr>
            <a:spLocks noGrp="1"/>
          </p:cNvSpPr>
          <p:nvPr>
            <p:ph/>
          </p:nvPr>
        </p:nvSpPr>
        <p:spPr>
          <a:xfrm>
            <a:off x="838080" y="365040"/>
            <a:ext cx="3773880" cy="5811480"/>
          </a:xfrm>
          <a:prstGeom prst="rect">
            <a:avLst/>
          </a:prstGeom>
          <a:noFill/>
          <a:ln w="0">
            <a:noFill/>
          </a:ln>
        </p:spPr>
        <p:txBody>
          <a:bodyPr lIns="0" rIns="0" tIns="0" bIns="0" anchor="t">
            <a:normAutofit/>
          </a:bodyPr>
          <a:p>
            <a:pPr indent="0">
              <a:lnSpc>
                <a:spcPct val="90000"/>
              </a:lnSpc>
              <a:spcBef>
                <a:spcPts val="1417"/>
              </a:spcBef>
              <a:buNone/>
            </a:pPr>
            <a:endParaRPr b="0" lang="en-US" sz="2800" strike="noStrike" u="none">
              <a:solidFill>
                <a:schemeClr val="dk1"/>
              </a:solidFill>
              <a:uFillTx/>
              <a:latin typeface="Calibri"/>
            </a:endParaRPr>
          </a:p>
        </p:txBody>
      </p:sp>
      <p:sp>
        <p:nvSpPr>
          <p:cNvPr id="45" name="PlaceHolder 3"/>
          <p:cNvSpPr>
            <a:spLocks noGrp="1"/>
          </p:cNvSpPr>
          <p:nvPr>
            <p:ph/>
          </p:nvPr>
        </p:nvSpPr>
        <p:spPr>
          <a:xfrm>
            <a:off x="4800960" y="365040"/>
            <a:ext cx="3773880" cy="5811480"/>
          </a:xfrm>
          <a:prstGeom prst="rect">
            <a:avLst/>
          </a:prstGeom>
          <a:noFill/>
          <a:ln w="0">
            <a:noFill/>
          </a:ln>
        </p:spPr>
        <p:txBody>
          <a:bodyPr lIns="0" rIns="0" tIns="0" bIns="0" anchor="t">
            <a:normAutofit/>
          </a:bodyPr>
          <a:p>
            <a:pPr indent="0">
              <a:lnSpc>
                <a:spcPct val="90000"/>
              </a:lnSpc>
              <a:spcBef>
                <a:spcPts val="1417"/>
              </a:spcBef>
              <a:buNone/>
            </a:pPr>
            <a:endParaRPr b="0" lang="en-US" sz="2800" strike="noStrike" u="none">
              <a:solidFill>
                <a:schemeClr val="dk1"/>
              </a:solidFill>
              <a:uFillTx/>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561018A2-24EC-487F-8E51-DDD9C919A560}" type="slidenum">
              <a:t>&lt;#&gt;</a:t>
            </a:fld>
          </a:p>
        </p:txBody>
      </p:sp>
      <p:sp>
        <p:nvSpPr>
          <p:cNvPr id="7" name="PlaceHolder 6"/>
          <p:cNvSpPr>
            <a:spLocks noGrp="1"/>
          </p:cNvSpPr>
          <p:nvPr>
            <p:ph type="dt" idx="16"/>
          </p:nvPr>
        </p:nvSpPr>
        <p:spPr/>
        <p:txBody>
          <a:bodyPr/>
          <a:p>
            <a:r>
              <a:rPr lang="pl-PL"/>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24654C9F-9F64-4C69-87F8-2C52F4B93E7A}" type="slidenum">
              <a:t>&lt;#&gt;</a:t>
            </a:fld>
          </a:p>
        </p:txBody>
      </p:sp>
      <p:sp>
        <p:nvSpPr>
          <p:cNvPr id="4" name="PlaceHolder 3"/>
          <p:cNvSpPr>
            <a:spLocks noGrp="1"/>
          </p:cNvSpPr>
          <p:nvPr>
            <p:ph type="dt" idx="19"/>
          </p:nvPr>
        </p:nvSpPr>
        <p:spPr/>
        <p:txBody>
          <a:bodyPr/>
          <a:p>
            <a:r>
              <a:rPr lang="pl-PL"/>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endParaRPr b="0" lang="en-US" sz="1800" strike="noStrike" u="none">
              <a:solidFill>
                <a:schemeClr val="dk1"/>
              </a:solidFill>
              <a:uFillTx/>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26C944D4-7AC0-42AE-8939-AE71F5903410}" type="slidenum">
              <a:t>&lt;#&gt;</a:t>
            </a:fld>
          </a:p>
        </p:txBody>
      </p:sp>
      <p:sp>
        <p:nvSpPr>
          <p:cNvPr id="5" name="PlaceHolder 4"/>
          <p:cNvSpPr>
            <a:spLocks noGrp="1"/>
          </p:cNvSpPr>
          <p:nvPr>
            <p:ph type="dt" idx="22"/>
          </p:nvPr>
        </p:nvSpPr>
        <p:spPr/>
        <p:txBody>
          <a:bodyPr/>
          <a:p>
            <a:r>
              <a:rPr lang="pl-PL"/>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9407E7B8-CBFF-4295-8AE7-8E318532FA8D}" type="slidenum">
              <a:t>&lt;#&gt;</a:t>
            </a:fld>
          </a:p>
        </p:txBody>
      </p:sp>
      <p:sp>
        <p:nvSpPr>
          <p:cNvPr id="4" name="PlaceHolder 3"/>
          <p:cNvSpPr>
            <a:spLocks noGrp="1"/>
          </p:cNvSpPr>
          <p:nvPr>
            <p:ph type="dt" idx="25"/>
          </p:nvPr>
        </p:nvSpPr>
        <p:spPr/>
        <p:txBody>
          <a:bodyPr/>
          <a:p>
            <a:r>
              <a:rPr lang="pl-PL"/>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CBEE4D3D-635D-44D9-B127-646DC7BC4AAB}" type="slidenum">
              <a:t>&lt;#&gt;</a:t>
            </a:fld>
          </a:p>
        </p:txBody>
      </p:sp>
      <p:sp>
        <p:nvSpPr>
          <p:cNvPr id="4" name="PlaceHolder 3"/>
          <p:cNvSpPr>
            <a:spLocks noGrp="1"/>
          </p:cNvSpPr>
          <p:nvPr>
            <p:ph type="dt" idx="28"/>
          </p:nvPr>
        </p:nvSpPr>
        <p:spPr/>
        <p:txBody>
          <a:bodyPr/>
          <a:p>
            <a:r>
              <a:rPr lang="pl-PL"/>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AE90A6C2-9752-4190-9642-8B5F36768080}" type="slidenum">
              <a:t>&lt;#&gt;</a:t>
            </a:fld>
          </a:p>
        </p:txBody>
      </p:sp>
      <p:sp>
        <p:nvSpPr>
          <p:cNvPr id="4" name="PlaceHolder 3"/>
          <p:cNvSpPr>
            <a:spLocks noGrp="1"/>
          </p:cNvSpPr>
          <p:nvPr>
            <p:ph type="dt" idx="31"/>
          </p:nvPr>
        </p:nvSpPr>
        <p:spPr/>
        <p:txBody>
          <a:bodyPr/>
          <a:p>
            <a:r>
              <a:rPr lang="pl-PL"/>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Relationship Id="rId3" Type="http://schemas.openxmlformats.org/officeDocument/2006/relationships/slideLayout" Target="../slideLayouts/slideLayout6.xml"/><Relationship Id="rId4" Type="http://schemas.openxmlformats.org/officeDocument/2006/relationships/slideLayout" Target="../slideLayouts/slideLayout7.xml"/><Relationship Id="rId5" Type="http://schemas.openxmlformats.org/officeDocument/2006/relationships/slideLayout" Target="../slideLayouts/slideLayout8.xml"/><Relationship Id="rId6" Type="http://schemas.openxmlformats.org/officeDocument/2006/relationships/slideLayout" Target="../slideLayouts/slideLayout9.xml"/><Relationship Id="rId7" Type="http://schemas.openxmlformats.org/officeDocument/2006/relationships/slideLayout" Target="../slideLayouts/slideLayout10.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11.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12.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13.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14.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5.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6.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7.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8.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sldNum" idx="1"/>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A1C4DFB4-B299-4034-820C-FB19E3A9A7D8}" type="slidenum">
              <a:rPr b="0" lang="en-US" sz="1600" strike="noStrike" u="none">
                <a:solidFill>
                  <a:srgbClr val="1c7ddb"/>
                </a:solidFill>
                <a:uFillTx/>
                <a:latin typeface="Abadi"/>
              </a:rPr>
              <a:t>&lt;number&gt;</a:t>
            </a:fld>
            <a:endParaRPr b="0" lang="pl-PL" sz="1600" strike="noStrike" u="none">
              <a:solidFill>
                <a:srgbClr val="000000"/>
              </a:solidFill>
              <a:uFillTx/>
              <a:latin typeface="Times New Roman"/>
            </a:endParaRPr>
          </a:p>
        </p:txBody>
      </p:sp>
      <p:sp>
        <p:nvSpPr>
          <p:cNvPr id="1" name="PlaceHolder 2"/>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US" sz="1800" strike="noStrike" u="none">
                <a:solidFill>
                  <a:schemeClr val="dk1"/>
                </a:solidFill>
                <a:uFillTx/>
                <a:latin typeface="Calibri"/>
              </a:rPr>
              <a:t>Click to edit the title text format</a:t>
            </a:r>
            <a:endParaRPr b="0" lang="en-US" sz="1800" strike="noStrike" u="none">
              <a:solidFill>
                <a:schemeClr val="dk1"/>
              </a:solidFill>
              <a:uFillTx/>
              <a:latin typeface="Calibri"/>
            </a:endParaRPr>
          </a:p>
        </p:txBody>
      </p:sp>
      <p:sp>
        <p:nvSpPr>
          <p:cNvPr id="2"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trike="noStrike" u="none">
                <a:solidFill>
                  <a:schemeClr val="dk1"/>
                </a:solidFill>
                <a:uFillTx/>
                <a:latin typeface="Calibri"/>
              </a:rPr>
              <a:t>Click to edit the outline </a:t>
            </a:r>
            <a:r>
              <a:rPr b="0" lang="en-US" sz="2800" strike="noStrike" u="none">
                <a:solidFill>
                  <a:schemeClr val="dk1"/>
                </a:solidFill>
                <a:uFillTx/>
                <a:latin typeface="Calibri"/>
              </a:rPr>
              <a:t>text format</a:t>
            </a:r>
            <a:endParaRPr b="0" lang="en-US" sz="2800" strike="noStrike" u="none">
              <a:solidFill>
                <a:schemeClr val="dk1"/>
              </a:solidFill>
              <a:uFillTx/>
              <a:latin typeface="Calibri"/>
            </a:endParaRPr>
          </a:p>
          <a:p>
            <a:pPr lvl="1" marL="864000" indent="-324000">
              <a:lnSpc>
                <a:spcPct val="90000"/>
              </a:lnSpc>
              <a:spcBef>
                <a:spcPts val="1134"/>
              </a:spcBef>
              <a:buClr>
                <a:srgbClr val="000000"/>
              </a:buClr>
              <a:buSzPct val="75000"/>
              <a:buFont typeface="Symbol" charset="2"/>
              <a:buChar char=""/>
            </a:pPr>
            <a:r>
              <a:rPr b="0" lang="en-US" sz="2000" strike="noStrike" u="none">
                <a:solidFill>
                  <a:schemeClr val="dk1"/>
                </a:solidFill>
                <a:uFillTx/>
                <a:latin typeface="Calibri"/>
              </a:rPr>
              <a:t>Second Outline Level</a:t>
            </a:r>
            <a:endParaRPr b="0" lang="en-US" sz="2000" strike="noStrike" u="none">
              <a:solidFill>
                <a:schemeClr val="dk1"/>
              </a:solidFill>
              <a:uFillTx/>
              <a:latin typeface="Calibri"/>
            </a:endParaRPr>
          </a:p>
          <a:p>
            <a:pPr lvl="2" marL="1296000" indent="-288000">
              <a:lnSpc>
                <a:spcPct val="90000"/>
              </a:lnSpc>
              <a:spcBef>
                <a:spcPts val="850"/>
              </a:spcBef>
              <a:buClr>
                <a:srgbClr val="000000"/>
              </a:buClr>
              <a:buSzPct val="45000"/>
              <a:buFont typeface="Wingdings" charset="2"/>
              <a:buChar char=""/>
            </a:pPr>
            <a:r>
              <a:rPr b="0" lang="en-US" sz="1800" strike="noStrike" u="none">
                <a:solidFill>
                  <a:schemeClr val="dk1"/>
                </a:solidFill>
                <a:uFillTx/>
                <a:latin typeface="Calibri"/>
              </a:rPr>
              <a:t>Third Outline Level</a:t>
            </a:r>
            <a:endParaRPr b="0" lang="en-US" sz="1800" strike="noStrike" u="none">
              <a:solidFill>
                <a:schemeClr val="dk1"/>
              </a:solidFill>
              <a:uFillTx/>
              <a:latin typeface="Calibri"/>
            </a:endParaRPr>
          </a:p>
          <a:p>
            <a:pPr lvl="3" marL="1728000" indent="-216000">
              <a:lnSpc>
                <a:spcPct val="90000"/>
              </a:lnSpc>
              <a:spcBef>
                <a:spcPts val="567"/>
              </a:spcBef>
              <a:buClr>
                <a:srgbClr val="000000"/>
              </a:buClr>
              <a:buSzPct val="75000"/>
              <a:buFont typeface="Symbol" charset="2"/>
              <a:buChar char=""/>
            </a:pPr>
            <a:r>
              <a:rPr b="0" lang="en-US" sz="1800" strike="noStrike" u="none">
                <a:solidFill>
                  <a:schemeClr val="dk1"/>
                </a:solidFill>
                <a:uFillTx/>
                <a:latin typeface="Calibri"/>
              </a:rPr>
              <a:t>Fourth Outline Level</a:t>
            </a:r>
            <a:endParaRPr b="0" lang="en-US" sz="1800" strike="noStrike" u="none">
              <a:solidFill>
                <a:schemeClr val="dk1"/>
              </a:solidFill>
              <a:uFillTx/>
              <a:latin typeface="Calibri"/>
            </a:endParaRPr>
          </a:p>
          <a:p>
            <a:pPr lvl="4" marL="2160000" indent="-216000">
              <a:lnSpc>
                <a:spcPct val="90000"/>
              </a:lnSpc>
              <a:spcBef>
                <a:spcPts val="283"/>
              </a:spcBef>
              <a:buClr>
                <a:srgbClr val="000000"/>
              </a:buClr>
              <a:buSzPct val="45000"/>
              <a:buFont typeface="Wingdings" charset="2"/>
              <a:buChar char=""/>
            </a:pPr>
            <a:r>
              <a:rPr b="0" lang="en-US" sz="2000" strike="noStrike" u="none">
                <a:solidFill>
                  <a:schemeClr val="dk1"/>
                </a:solidFill>
                <a:uFillTx/>
                <a:latin typeface="Calibri"/>
              </a:rPr>
              <a:t>Fifth Outline </a:t>
            </a:r>
            <a:r>
              <a:rPr b="0" lang="en-US" sz="2000" strike="noStrike" u="none">
                <a:solidFill>
                  <a:schemeClr val="dk1"/>
                </a:solidFill>
                <a:uFillTx/>
                <a:latin typeface="Calibri"/>
              </a:rPr>
              <a:t>Level</a:t>
            </a:r>
            <a:endParaRPr b="0" lang="en-US" sz="2000" strike="noStrike" u="none">
              <a:solidFill>
                <a:schemeClr val="dk1"/>
              </a:solidFill>
              <a:uFillTx/>
              <a:latin typeface="Calibri"/>
            </a:endParaRPr>
          </a:p>
          <a:p>
            <a:pPr lvl="5" marL="2592000" indent="-216000">
              <a:lnSpc>
                <a:spcPct val="90000"/>
              </a:lnSpc>
              <a:spcBef>
                <a:spcPts val="283"/>
              </a:spcBef>
              <a:buClr>
                <a:srgbClr val="000000"/>
              </a:buClr>
              <a:buSzPct val="45000"/>
              <a:buFont typeface="Wingdings" charset="2"/>
              <a:buChar char=""/>
            </a:pPr>
            <a:r>
              <a:rPr b="0" lang="en-US" sz="2000" strike="noStrike" u="none">
                <a:solidFill>
                  <a:schemeClr val="dk1"/>
                </a:solidFill>
                <a:uFillTx/>
                <a:latin typeface="Calibri"/>
              </a:rPr>
              <a:t>Sixth </a:t>
            </a:r>
            <a:r>
              <a:rPr b="0" lang="en-US" sz="2000" strike="noStrike" u="none">
                <a:solidFill>
                  <a:schemeClr val="dk1"/>
                </a:solidFill>
                <a:uFillTx/>
                <a:latin typeface="Calibri"/>
              </a:rPr>
              <a:t>Outline </a:t>
            </a:r>
            <a:r>
              <a:rPr b="0" lang="en-US" sz="2000" strike="noStrike" u="none">
                <a:solidFill>
                  <a:schemeClr val="dk1"/>
                </a:solidFill>
                <a:uFillTx/>
                <a:latin typeface="Calibri"/>
              </a:rPr>
              <a:t>Level</a:t>
            </a:r>
            <a:endParaRPr b="0" lang="en-US" sz="2000" strike="noStrike" u="none">
              <a:solidFill>
                <a:schemeClr val="dk1"/>
              </a:solidFill>
              <a:uFillTx/>
              <a:latin typeface="Calibri"/>
            </a:endParaRPr>
          </a:p>
          <a:p>
            <a:pPr lvl="6" marL="3024000" indent="-216000">
              <a:lnSpc>
                <a:spcPct val="90000"/>
              </a:lnSpc>
              <a:spcBef>
                <a:spcPts val="283"/>
              </a:spcBef>
              <a:buClr>
                <a:srgbClr val="000000"/>
              </a:buClr>
              <a:buSzPct val="45000"/>
              <a:buFont typeface="Wingdings" charset="2"/>
              <a:buChar char=""/>
            </a:pPr>
            <a:r>
              <a:rPr b="0" lang="en-US" sz="2000" strike="noStrike" u="none">
                <a:solidFill>
                  <a:schemeClr val="dk1"/>
                </a:solidFill>
                <a:uFillTx/>
                <a:latin typeface="Calibri"/>
              </a:rPr>
              <a:t>Sevent</a:t>
            </a:r>
            <a:r>
              <a:rPr b="0" lang="en-US" sz="2000" strike="noStrike" u="none">
                <a:solidFill>
                  <a:schemeClr val="dk1"/>
                </a:solidFill>
                <a:uFillTx/>
                <a:latin typeface="Calibri"/>
              </a:rPr>
              <a:t>h </a:t>
            </a:r>
            <a:r>
              <a:rPr b="0" lang="en-US" sz="2000" strike="noStrike" u="none">
                <a:solidFill>
                  <a:schemeClr val="dk1"/>
                </a:solidFill>
                <a:uFillTx/>
                <a:latin typeface="Calibri"/>
              </a:rPr>
              <a:t>Outlin</a:t>
            </a:r>
            <a:r>
              <a:rPr b="0" lang="en-US" sz="2000" strike="noStrike" u="none">
                <a:solidFill>
                  <a:schemeClr val="dk1"/>
                </a:solidFill>
                <a:uFillTx/>
                <a:latin typeface="Calibri"/>
              </a:rPr>
              <a:t>e Level</a:t>
            </a:r>
            <a:endParaRPr b="0" lang="en-US" sz="2000" strike="noStrike" u="none">
              <a:solidFill>
                <a:schemeClr val="dk1"/>
              </a:solidFill>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 name="PlaceHolder 1"/>
          <p:cNvSpPr>
            <a:spLocks noGrp="1"/>
          </p:cNvSpPr>
          <p:nvPr>
            <p:ph type="title"/>
          </p:nvPr>
        </p:nvSpPr>
        <p:spPr>
          <a:xfrm>
            <a:off x="838080" y="365040"/>
            <a:ext cx="10515240" cy="1325160"/>
          </a:xfrm>
          <a:prstGeom prst="rect">
            <a:avLst/>
          </a:prstGeom>
          <a:noFill/>
          <a:ln w="0">
            <a:noFill/>
          </a:ln>
        </p:spPr>
        <p:txBody>
          <a:bodyPr lIns="90000" rIns="90000" tIns="45000" bIns="45000" anchor="t">
            <a:noAutofit/>
          </a:bodyPr>
          <a:p>
            <a:pPr indent="0" defTabSz="914400">
              <a:lnSpc>
                <a:spcPct val="90000"/>
              </a:lnSpc>
              <a:buNone/>
            </a:pPr>
            <a:r>
              <a:rPr b="0" lang="en-US" sz="4400" strike="noStrike" u="none">
                <a:solidFill>
                  <a:schemeClr val="dk1"/>
                </a:solidFill>
                <a:uFillTx/>
                <a:latin typeface="Calibri Light"/>
              </a:rPr>
              <a:t>Click to edit Master title style</a:t>
            </a:r>
            <a:endParaRPr b="0" lang="en-US" sz="4400" strike="noStrike" u="none">
              <a:solidFill>
                <a:schemeClr val="dk1"/>
              </a:solidFill>
              <a:uFillTx/>
              <a:latin typeface="Calibri"/>
            </a:endParaRPr>
          </a:p>
        </p:txBody>
      </p:sp>
      <p:sp>
        <p:nvSpPr>
          <p:cNvPr id="4" name="PlaceHolder 2"/>
          <p:cNvSpPr>
            <a:spLocks noGrp="1"/>
          </p:cNvSpPr>
          <p:nvPr>
            <p:ph type="body"/>
          </p:nvPr>
        </p:nvSpPr>
        <p:spPr>
          <a:xfrm>
            <a:off x="838080" y="1825560"/>
            <a:ext cx="10515240" cy="4350960"/>
          </a:xfrm>
          <a:prstGeom prst="rect">
            <a:avLst/>
          </a:prstGeom>
          <a:noFill/>
          <a:ln w="0">
            <a:noFill/>
          </a:ln>
        </p:spPr>
        <p:txBody>
          <a:bodyPr lIns="45000" rIns="45000" tIns="90000" bIns="90000" anchor="t" vert="eaVe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uFillTx/>
                <a:latin typeface="Calibri"/>
              </a:rPr>
              <a:t>Click to edit Master text styles</a:t>
            </a:r>
            <a:endParaRPr b="0" lang="en-US"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5" name="PlaceHolder 3"/>
          <p:cNvSpPr>
            <a:spLocks noGrp="1"/>
          </p:cNvSpPr>
          <p:nvPr>
            <p:ph type="dt" idx="2"/>
          </p:nvPr>
        </p:nvSpPr>
        <p:spPr>
          <a:xfrm>
            <a:off x="838080" y="6356520"/>
            <a:ext cx="2742840" cy="36468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uFillTx/>
                <a:latin typeface="Calibri"/>
              </a:defRPr>
            </a:lvl1pPr>
          </a:lstStyle>
          <a:p>
            <a:pPr indent="0" defTabSz="914400">
              <a:lnSpc>
                <a:spcPct val="100000"/>
              </a:lnSpc>
              <a:buNone/>
            </a:pPr>
            <a:r>
              <a:rPr b="0" lang="en-US" sz="1800" strike="noStrike" u="none">
                <a:solidFill>
                  <a:schemeClr val="dk1"/>
                </a:solidFill>
                <a:uFillTx/>
                <a:latin typeface="Calibri"/>
              </a:rPr>
              <a:t> </a:t>
            </a:r>
            <a:endParaRPr b="0" lang="pl-PL" sz="1800" strike="noStrike" u="none">
              <a:solidFill>
                <a:srgbClr val="000000"/>
              </a:solidFill>
              <a:uFillTx/>
              <a:latin typeface="Times New Roman"/>
            </a:endParaRPr>
          </a:p>
        </p:txBody>
      </p:sp>
      <p:sp>
        <p:nvSpPr>
          <p:cNvPr id="6" name="PlaceHolder 4"/>
          <p:cNvSpPr>
            <a:spLocks noGrp="1"/>
          </p:cNvSpPr>
          <p:nvPr>
            <p:ph type="ftr" idx="3"/>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7" name="PlaceHolder 5"/>
          <p:cNvSpPr>
            <a:spLocks noGrp="1"/>
          </p:cNvSpPr>
          <p:nvPr>
            <p:ph type="sldNum" idx="4"/>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5FE2C919-3584-4C7E-9596-742FF17A3F1A}" type="slidenum">
              <a:rPr b="0" lang="en-US" sz="1600" strike="noStrike" u="none">
                <a:solidFill>
                  <a:srgbClr val="1c7ddb"/>
                </a:solidFill>
                <a:uFillTx/>
                <a:latin typeface="Abadi"/>
              </a:rPr>
              <a:t>1</a:t>
            </a:fld>
            <a:endParaRPr b="0" lang="pl-PL" sz="16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 name="PlaceHolder 1"/>
          <p:cNvSpPr>
            <a:spLocks noGrp="1"/>
          </p:cNvSpPr>
          <p:nvPr>
            <p:ph type="title"/>
          </p:nvPr>
        </p:nvSpPr>
        <p:spPr>
          <a:xfrm>
            <a:off x="8724960" y="365040"/>
            <a:ext cx="2628720" cy="5811480"/>
          </a:xfrm>
          <a:prstGeom prst="rect">
            <a:avLst/>
          </a:prstGeom>
          <a:noFill/>
          <a:ln w="0">
            <a:noFill/>
          </a:ln>
        </p:spPr>
        <p:txBody>
          <a:bodyPr lIns="45000" rIns="45000" tIns="90000" bIns="90000" anchor="t" vert="eaVert">
            <a:noAutofit/>
          </a:bodyPr>
          <a:p>
            <a:pPr indent="0" defTabSz="914400">
              <a:lnSpc>
                <a:spcPct val="90000"/>
              </a:lnSpc>
              <a:buNone/>
            </a:pPr>
            <a:r>
              <a:rPr b="0" lang="en-US" sz="4400" strike="noStrike" u="none">
                <a:solidFill>
                  <a:schemeClr val="dk1"/>
                </a:solidFill>
                <a:uFillTx/>
                <a:latin typeface="Calibri Light"/>
              </a:rPr>
              <a:t>Click </a:t>
            </a:r>
            <a:r>
              <a:rPr b="0" lang="en-US" sz="4400" strike="noStrike" u="none">
                <a:solidFill>
                  <a:schemeClr val="dk1"/>
                </a:solidFill>
                <a:uFillTx/>
                <a:latin typeface="Calibri Light"/>
              </a:rPr>
              <a:t>to edit </a:t>
            </a:r>
            <a:r>
              <a:rPr b="0" lang="en-US" sz="4400" strike="noStrike" u="none">
                <a:solidFill>
                  <a:schemeClr val="dk1"/>
                </a:solidFill>
                <a:uFillTx/>
                <a:latin typeface="Calibri Light"/>
              </a:rPr>
              <a:t>Maste</a:t>
            </a:r>
            <a:r>
              <a:rPr b="0" lang="en-US" sz="4400" strike="noStrike" u="none">
                <a:solidFill>
                  <a:schemeClr val="dk1"/>
                </a:solidFill>
                <a:uFillTx/>
                <a:latin typeface="Calibri Light"/>
              </a:rPr>
              <a:t>r title </a:t>
            </a:r>
            <a:r>
              <a:rPr b="0" lang="en-US" sz="4400" strike="noStrike" u="none">
                <a:solidFill>
                  <a:schemeClr val="dk1"/>
                </a:solidFill>
                <a:uFillTx/>
                <a:latin typeface="Calibri Light"/>
              </a:rPr>
              <a:t>style</a:t>
            </a:r>
            <a:endParaRPr b="0" lang="en-US" sz="4400" strike="noStrike" u="none">
              <a:solidFill>
                <a:schemeClr val="dk1"/>
              </a:solidFill>
              <a:uFillTx/>
              <a:latin typeface="Calibri"/>
            </a:endParaRPr>
          </a:p>
        </p:txBody>
      </p:sp>
      <p:sp>
        <p:nvSpPr>
          <p:cNvPr id="9" name="PlaceHolder 2"/>
          <p:cNvSpPr>
            <a:spLocks noGrp="1"/>
          </p:cNvSpPr>
          <p:nvPr>
            <p:ph type="body"/>
          </p:nvPr>
        </p:nvSpPr>
        <p:spPr>
          <a:xfrm>
            <a:off x="838080" y="365040"/>
            <a:ext cx="7733880" cy="5811480"/>
          </a:xfrm>
          <a:prstGeom prst="rect">
            <a:avLst/>
          </a:prstGeom>
          <a:noFill/>
          <a:ln w="0">
            <a:noFill/>
          </a:ln>
        </p:spPr>
        <p:txBody>
          <a:bodyPr lIns="45000" rIns="45000" tIns="90000" bIns="90000" anchor="t" vert="eaVe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uFillTx/>
                <a:latin typeface="Calibri"/>
              </a:rPr>
              <a:t>Click to edit Master text styles</a:t>
            </a:r>
            <a:endParaRPr b="0" lang="en-US"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10" name="PlaceHolder 3"/>
          <p:cNvSpPr>
            <a:spLocks noGrp="1"/>
          </p:cNvSpPr>
          <p:nvPr>
            <p:ph type="dt" idx="5"/>
          </p:nvPr>
        </p:nvSpPr>
        <p:spPr>
          <a:xfrm>
            <a:off x="838080" y="6356520"/>
            <a:ext cx="2742840" cy="36468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uFillTx/>
                <a:latin typeface="Calibri"/>
              </a:defRPr>
            </a:lvl1pPr>
          </a:lstStyle>
          <a:p>
            <a:pPr indent="0" defTabSz="914400">
              <a:lnSpc>
                <a:spcPct val="100000"/>
              </a:lnSpc>
              <a:buNone/>
            </a:pPr>
            <a:r>
              <a:rPr b="0" lang="en-US" sz="1800" strike="noStrike" u="none">
                <a:solidFill>
                  <a:schemeClr val="dk1"/>
                </a:solidFill>
                <a:uFillTx/>
                <a:latin typeface="Calibri"/>
              </a:rPr>
              <a:t> </a:t>
            </a:r>
            <a:endParaRPr b="0" lang="pl-PL" sz="1800" strike="noStrike" u="none">
              <a:solidFill>
                <a:srgbClr val="000000"/>
              </a:solidFill>
              <a:uFillTx/>
              <a:latin typeface="Times New Roman"/>
            </a:endParaRPr>
          </a:p>
        </p:txBody>
      </p:sp>
      <p:sp>
        <p:nvSpPr>
          <p:cNvPr id="11" name="PlaceHolder 4"/>
          <p:cNvSpPr>
            <a:spLocks noGrp="1"/>
          </p:cNvSpPr>
          <p:nvPr>
            <p:ph type="ftr" idx="6"/>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12" name="PlaceHolder 5"/>
          <p:cNvSpPr>
            <a:spLocks noGrp="1"/>
          </p:cNvSpPr>
          <p:nvPr>
            <p:ph type="sldNum" idx="7"/>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33633E9E-71F0-45FD-A6E2-4B2290201621}" type="slidenum">
              <a:rPr b="0" lang="en-US" sz="1600" strike="noStrike" u="none">
                <a:solidFill>
                  <a:srgbClr val="1c7ddb"/>
                </a:solidFill>
                <a:uFillTx/>
                <a:latin typeface="Abadi"/>
              </a:rPr>
              <a:t>1</a:t>
            </a:fld>
            <a:endParaRPr b="0" lang="pl-PL" sz="16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1523880" y="1122480"/>
            <a:ext cx="9143640" cy="2387160"/>
          </a:xfrm>
          <a:prstGeom prst="rect">
            <a:avLst/>
          </a:prstGeom>
          <a:noFill/>
          <a:ln w="0">
            <a:noFill/>
          </a:ln>
        </p:spPr>
        <p:txBody>
          <a:bodyPr lIns="90000" rIns="90000" tIns="45000" bIns="45000" anchor="b">
            <a:normAutofit/>
          </a:bodyPr>
          <a:p>
            <a:pPr indent="0" algn="ctr" defTabSz="914400">
              <a:lnSpc>
                <a:spcPct val="90000"/>
              </a:lnSpc>
              <a:buNone/>
            </a:pPr>
            <a:r>
              <a:rPr b="0" lang="en-US" sz="4800" strike="noStrike" u="none">
                <a:solidFill>
                  <a:srgbClr val="005493"/>
                </a:solidFill>
                <a:uFillTx/>
                <a:latin typeface="IBM Plex Mono SemiBold"/>
                <a:ea typeface="IBM Plex Mono SemiBold"/>
              </a:rPr>
              <a:t>Click to edit Master title style</a:t>
            </a:r>
            <a:endParaRPr b="0" lang="en-US" sz="4800" strike="noStrike" u="none">
              <a:solidFill>
                <a:schemeClr val="dk1"/>
              </a:solidFill>
              <a:uFillTx/>
              <a:latin typeface="Calibri"/>
            </a:endParaRPr>
          </a:p>
        </p:txBody>
      </p:sp>
      <p:sp>
        <p:nvSpPr>
          <p:cNvPr id="14" name="PlaceHolder 2"/>
          <p:cNvSpPr>
            <a:spLocks noGrp="1"/>
          </p:cNvSpPr>
          <p:nvPr>
            <p:ph type="ftr" idx="8"/>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&lt;footer&gt;</a:t>
            </a:r>
            <a:endParaRPr b="0" lang="pl-PL" sz="1400" strike="noStrike" u="none">
              <a:solidFill>
                <a:srgbClr val="000000"/>
              </a:solidFill>
              <a:uFillTx/>
              <a:latin typeface="Times New Roman"/>
            </a:endParaRPr>
          </a:p>
        </p:txBody>
      </p:sp>
      <p:sp>
        <p:nvSpPr>
          <p:cNvPr id="15"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trike="noStrike" u="none">
                <a:solidFill>
                  <a:schemeClr val="dk1"/>
                </a:solidFill>
                <a:uFillTx/>
                <a:latin typeface="Calibri"/>
              </a:rPr>
              <a:t>Click to edit the outline text format</a:t>
            </a:r>
            <a:endParaRPr b="0" lang="en-US" sz="2800" strike="noStrike" u="none">
              <a:solidFill>
                <a:schemeClr val="dk1"/>
              </a:solidFill>
              <a:uFillTx/>
              <a:latin typeface="Calibri"/>
            </a:endParaRPr>
          </a:p>
          <a:p>
            <a:pPr lvl="1" marL="864000" indent="-324000">
              <a:lnSpc>
                <a:spcPct val="90000"/>
              </a:lnSpc>
              <a:spcBef>
                <a:spcPts val="1134"/>
              </a:spcBef>
              <a:buClr>
                <a:srgbClr val="000000"/>
              </a:buClr>
              <a:buSzPct val="75000"/>
              <a:buFont typeface="Symbol" charset="2"/>
              <a:buChar char=""/>
            </a:pPr>
            <a:r>
              <a:rPr b="0" lang="en-US" sz="2000" strike="noStrike" u="none">
                <a:solidFill>
                  <a:schemeClr val="dk1"/>
                </a:solidFill>
                <a:uFillTx/>
                <a:latin typeface="Calibri"/>
              </a:rPr>
              <a:t>Second Outline Level</a:t>
            </a:r>
            <a:endParaRPr b="0" lang="en-US" sz="2000" strike="noStrike" u="none">
              <a:solidFill>
                <a:schemeClr val="dk1"/>
              </a:solidFill>
              <a:uFillTx/>
              <a:latin typeface="Calibri"/>
            </a:endParaRPr>
          </a:p>
          <a:p>
            <a:pPr lvl="2" marL="1296000" indent="-288000">
              <a:lnSpc>
                <a:spcPct val="90000"/>
              </a:lnSpc>
              <a:spcBef>
                <a:spcPts val="850"/>
              </a:spcBef>
              <a:buClr>
                <a:srgbClr val="000000"/>
              </a:buClr>
              <a:buSzPct val="45000"/>
              <a:buFont typeface="Wingdings" charset="2"/>
              <a:buChar char=""/>
            </a:pPr>
            <a:r>
              <a:rPr b="0" lang="en-US" sz="1800" strike="noStrike" u="none">
                <a:solidFill>
                  <a:schemeClr val="dk1"/>
                </a:solidFill>
                <a:uFillTx/>
                <a:latin typeface="Calibri"/>
              </a:rPr>
              <a:t>Third Outline Level</a:t>
            </a:r>
            <a:endParaRPr b="0" lang="en-US" sz="1800" strike="noStrike" u="none">
              <a:solidFill>
                <a:schemeClr val="dk1"/>
              </a:solidFill>
              <a:uFillTx/>
              <a:latin typeface="Calibri"/>
            </a:endParaRPr>
          </a:p>
          <a:p>
            <a:pPr lvl="3" marL="1728000" indent="-216000">
              <a:lnSpc>
                <a:spcPct val="90000"/>
              </a:lnSpc>
              <a:spcBef>
                <a:spcPts val="567"/>
              </a:spcBef>
              <a:buClr>
                <a:srgbClr val="000000"/>
              </a:buClr>
              <a:buSzPct val="75000"/>
              <a:buFont typeface="Symbol" charset="2"/>
              <a:buChar char=""/>
            </a:pPr>
            <a:r>
              <a:rPr b="0" lang="en-US" sz="1800" strike="noStrike" u="none">
                <a:solidFill>
                  <a:schemeClr val="dk1"/>
                </a:solidFill>
                <a:uFillTx/>
                <a:latin typeface="Calibri"/>
              </a:rPr>
              <a:t>Fourth Outline Level</a:t>
            </a:r>
            <a:endParaRPr b="0" lang="en-US" sz="1800" strike="noStrike" u="none">
              <a:solidFill>
                <a:schemeClr val="dk1"/>
              </a:solidFill>
              <a:uFillTx/>
              <a:latin typeface="Calibri"/>
            </a:endParaRPr>
          </a:p>
          <a:p>
            <a:pPr lvl="4" marL="2160000" indent="-216000">
              <a:lnSpc>
                <a:spcPct val="90000"/>
              </a:lnSpc>
              <a:spcBef>
                <a:spcPts val="283"/>
              </a:spcBef>
              <a:buClr>
                <a:srgbClr val="000000"/>
              </a:buClr>
              <a:buSzPct val="45000"/>
              <a:buFont typeface="Wingdings" charset="2"/>
              <a:buChar char=""/>
            </a:pPr>
            <a:r>
              <a:rPr b="0" lang="en-US" sz="2000" strike="noStrike" u="none">
                <a:solidFill>
                  <a:schemeClr val="dk1"/>
                </a:solidFill>
                <a:uFillTx/>
                <a:latin typeface="Calibri"/>
              </a:rPr>
              <a:t>Fifth Outline Level</a:t>
            </a:r>
            <a:endParaRPr b="0" lang="en-US" sz="2000" strike="noStrike" u="none">
              <a:solidFill>
                <a:schemeClr val="dk1"/>
              </a:solidFill>
              <a:uFillTx/>
              <a:latin typeface="Calibri"/>
            </a:endParaRPr>
          </a:p>
          <a:p>
            <a:pPr lvl="5" marL="2592000" indent="-216000">
              <a:lnSpc>
                <a:spcPct val="90000"/>
              </a:lnSpc>
              <a:spcBef>
                <a:spcPts val="283"/>
              </a:spcBef>
              <a:buClr>
                <a:srgbClr val="000000"/>
              </a:buClr>
              <a:buSzPct val="45000"/>
              <a:buFont typeface="Wingdings" charset="2"/>
              <a:buChar char=""/>
            </a:pPr>
            <a:r>
              <a:rPr b="0" lang="en-US" sz="2000" strike="noStrike" u="none">
                <a:solidFill>
                  <a:schemeClr val="dk1"/>
                </a:solidFill>
                <a:uFillTx/>
                <a:latin typeface="Calibri"/>
              </a:rPr>
              <a:t>Sixth Outline Level</a:t>
            </a:r>
            <a:endParaRPr b="0" lang="en-US" sz="2000" strike="noStrike" u="none">
              <a:solidFill>
                <a:schemeClr val="dk1"/>
              </a:solidFill>
              <a:uFillTx/>
              <a:latin typeface="Calibri"/>
            </a:endParaRPr>
          </a:p>
          <a:p>
            <a:pPr lvl="6" marL="3024000" indent="-216000">
              <a:lnSpc>
                <a:spcPct val="90000"/>
              </a:lnSpc>
              <a:spcBef>
                <a:spcPts val="283"/>
              </a:spcBef>
              <a:buClr>
                <a:srgbClr val="000000"/>
              </a:buClr>
              <a:buSzPct val="45000"/>
              <a:buFont typeface="Wingdings" charset="2"/>
              <a:buChar char=""/>
            </a:pPr>
            <a:r>
              <a:rPr b="0" lang="en-US" sz="2000" strike="noStrike" u="none">
                <a:solidFill>
                  <a:schemeClr val="dk1"/>
                </a:solidFill>
                <a:uFillTx/>
                <a:latin typeface="Calibri"/>
              </a:rPr>
              <a:t>Seventh Outline Level</a:t>
            </a:r>
            <a:endParaRPr b="0" lang="en-US" sz="2000" strike="noStrike" u="none">
              <a:solidFill>
                <a:schemeClr val="dk1"/>
              </a:solidFill>
              <a:uFillTx/>
              <a:latin typeface="Calibri"/>
            </a:endParaRPr>
          </a:p>
        </p:txBody>
      </p:sp>
    </p:spTree>
  </p:cSld>
  <p:clrMap bg1="lt1" tx1="dk1" bg2="lt2"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body"/>
          </p:nvPr>
        </p:nvSpPr>
        <p:spPr>
          <a:xfrm>
            <a:off x="838080" y="365040"/>
            <a:ext cx="7733880" cy="5811480"/>
          </a:xfrm>
          <a:prstGeom prst="rect">
            <a:avLst/>
          </a:prstGeom>
          <a:noFill/>
          <a:ln w="0">
            <a:noFill/>
          </a:ln>
        </p:spPr>
        <p:txBody>
          <a:bodyPr lIns="45000" rIns="45000" tIns="90000" bIns="90000" anchor="t" vert="eaVe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uFillTx/>
                <a:latin typeface="Calibri"/>
              </a:rPr>
              <a:t>Click to edit Master text </a:t>
            </a:r>
            <a:r>
              <a:rPr b="0" lang="en-US" sz="2800" strike="noStrike" u="none">
                <a:solidFill>
                  <a:schemeClr val="dk1"/>
                </a:solidFill>
                <a:uFillTx/>
                <a:latin typeface="Calibri"/>
              </a:rPr>
              <a:t>styles</a:t>
            </a:r>
            <a:endParaRPr b="0" lang="en-US"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17" name="PlaceHolder 2"/>
          <p:cNvSpPr>
            <a:spLocks noGrp="1"/>
          </p:cNvSpPr>
          <p:nvPr>
            <p:ph type="ftr" idx="9"/>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18" name="PlaceHolder 3"/>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US" sz="1800" strike="noStrike" u="none">
                <a:solidFill>
                  <a:schemeClr val="dk1"/>
                </a:solidFill>
                <a:uFillTx/>
                <a:latin typeface="Calibri"/>
              </a:rPr>
              <a:t>Click to edit the title text format</a:t>
            </a:r>
            <a:endParaRPr b="0" lang="en-US" sz="1800" strike="noStrike" u="none">
              <a:solidFill>
                <a:schemeClr val="dk1"/>
              </a:solidFill>
              <a:uFillTx/>
              <a:latin typeface="Calibri"/>
            </a:endParaRPr>
          </a:p>
        </p:txBody>
      </p:sp>
    </p:spTree>
  </p:cSld>
  <p:clrMap bg1="lt1" tx1="dk1" bg2="lt2" tx2="dk2" accent1="accent1" accent2="accent2" accent3="accent3" accent4="accent4" accent5="accent5" accent6="accent6" hlink="hlink" folHlink="folHlink"/>
  <p:sldLayoutIdLst>
    <p:sldLayoutId id="2147483657" r:id="rId2"/>
    <p:sldLayoutId id="2147483658" r:id="rId3"/>
    <p:sldLayoutId id="2147483659" r:id="rId4"/>
    <p:sldLayoutId id="2147483660" r:id="rId5"/>
    <p:sldLayoutId id="2147483661" r:id="rId6"/>
    <p:sldLayoutId id="2147483662" r:id="rId7"/>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5" name="PlaceHolder 1"/>
          <p:cNvSpPr>
            <a:spLocks noGrp="1"/>
          </p:cNvSpPr>
          <p:nvPr>
            <p:ph type="title"/>
          </p:nvPr>
        </p:nvSpPr>
        <p:spPr>
          <a:xfrm>
            <a:off x="838080" y="365040"/>
            <a:ext cx="10515240" cy="1325160"/>
          </a:xfrm>
          <a:prstGeom prst="rect">
            <a:avLst/>
          </a:prstGeom>
          <a:noFill/>
          <a:ln w="0">
            <a:noFill/>
          </a:ln>
        </p:spPr>
        <p:txBody>
          <a:bodyPr lIns="90000" rIns="90000" tIns="45000" bIns="45000" anchor="t">
            <a:noAutofit/>
          </a:bodyPr>
          <a:p>
            <a:pPr indent="0" defTabSz="914400">
              <a:lnSpc>
                <a:spcPct val="90000"/>
              </a:lnSpc>
              <a:buNone/>
            </a:pPr>
            <a:r>
              <a:rPr b="0" lang="en-US" sz="4400" strike="noStrike" u="none">
                <a:solidFill>
                  <a:schemeClr val="dk1"/>
                </a:solidFill>
                <a:uFillTx/>
                <a:latin typeface="Calibri Light"/>
              </a:rPr>
              <a:t>Click to edit Master title style</a:t>
            </a:r>
            <a:endParaRPr b="0" lang="en-US" sz="4400" strike="noStrike" u="none">
              <a:solidFill>
                <a:schemeClr val="dk1"/>
              </a:solidFill>
              <a:uFillTx/>
              <a:latin typeface="Calibri"/>
            </a:endParaRPr>
          </a:p>
        </p:txBody>
      </p:sp>
      <p:sp>
        <p:nvSpPr>
          <p:cNvPr id="26" name="PlaceHolder 2"/>
          <p:cNvSpPr>
            <a:spLocks noGrp="1"/>
          </p:cNvSpPr>
          <p:nvPr>
            <p:ph type="body"/>
          </p:nvPr>
        </p:nvSpPr>
        <p:spPr>
          <a:xfrm>
            <a:off x="838080" y="1825560"/>
            <a:ext cx="10515240" cy="4350960"/>
          </a:xfrm>
          <a:prstGeom prst="rect">
            <a:avLst/>
          </a:prstGeom>
          <a:noFill/>
          <a:ln w="0">
            <a:noFill/>
          </a:ln>
        </p:spPr>
        <p:txBody>
          <a:bodyPr lIns="90000" rIns="90000" tIns="45000" bIns="4500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uFillTx/>
                <a:latin typeface="Calibri"/>
              </a:rPr>
              <a:t>Click to edit Master text styles</a:t>
            </a:r>
            <a:endParaRPr b="0" lang="en-US"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27" name="PlaceHolder 3"/>
          <p:cNvSpPr>
            <a:spLocks noGrp="1"/>
          </p:cNvSpPr>
          <p:nvPr>
            <p:ph type="dt" idx="10"/>
          </p:nvPr>
        </p:nvSpPr>
        <p:spPr>
          <a:xfrm>
            <a:off x="838080" y="6356520"/>
            <a:ext cx="2742840" cy="36468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uFillTx/>
                <a:latin typeface="Calibri"/>
              </a:defRPr>
            </a:lvl1pPr>
          </a:lstStyle>
          <a:p>
            <a:pPr indent="0" defTabSz="914400">
              <a:lnSpc>
                <a:spcPct val="100000"/>
              </a:lnSpc>
              <a:buNone/>
            </a:pPr>
            <a:r>
              <a:rPr b="0" lang="en-US" sz="1800" strike="noStrike" u="none">
                <a:solidFill>
                  <a:schemeClr val="dk1"/>
                </a:solidFill>
                <a:uFillTx/>
                <a:latin typeface="Calibri"/>
              </a:rPr>
              <a:t> </a:t>
            </a:r>
            <a:endParaRPr b="0" lang="pl-PL" sz="1800" strike="noStrike" u="none">
              <a:solidFill>
                <a:srgbClr val="000000"/>
              </a:solidFill>
              <a:uFillTx/>
              <a:latin typeface="Times New Roman"/>
            </a:endParaRPr>
          </a:p>
        </p:txBody>
      </p:sp>
      <p:sp>
        <p:nvSpPr>
          <p:cNvPr id="28" name="PlaceHolder 4"/>
          <p:cNvSpPr>
            <a:spLocks noGrp="1"/>
          </p:cNvSpPr>
          <p:nvPr>
            <p:ph type="ftr" idx="11"/>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29" name="PlaceHolder 5"/>
          <p:cNvSpPr>
            <a:spLocks noGrp="1"/>
          </p:cNvSpPr>
          <p:nvPr>
            <p:ph type="sldNum" idx="12"/>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380B71ED-C8F6-4F68-9139-B92C2CF26CA8}" type="slidenum">
              <a:rPr b="0" lang="en-US" sz="1600" strike="noStrike" u="none">
                <a:solidFill>
                  <a:srgbClr val="1c7ddb"/>
                </a:solidFill>
                <a:uFillTx/>
                <a:latin typeface="Abadi"/>
              </a:rPr>
              <a:t>1</a:t>
            </a:fld>
            <a:endParaRPr b="0" lang="pl-PL" sz="16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64"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title"/>
          </p:nvPr>
        </p:nvSpPr>
        <p:spPr>
          <a:xfrm>
            <a:off x="831960" y="1709640"/>
            <a:ext cx="10515240" cy="2852280"/>
          </a:xfrm>
          <a:prstGeom prst="rect">
            <a:avLst/>
          </a:prstGeom>
          <a:noFill/>
          <a:ln w="0">
            <a:noFill/>
          </a:ln>
        </p:spPr>
        <p:txBody>
          <a:bodyPr lIns="90000" rIns="90000" tIns="45000" bIns="45000" anchor="b">
            <a:noAutofit/>
          </a:bodyPr>
          <a:p>
            <a:pPr indent="0" defTabSz="914400">
              <a:lnSpc>
                <a:spcPct val="90000"/>
              </a:lnSpc>
              <a:buNone/>
            </a:pPr>
            <a:r>
              <a:rPr b="0" lang="en-US" sz="6000" strike="noStrike" u="none">
                <a:solidFill>
                  <a:schemeClr val="dk1"/>
                </a:solidFill>
                <a:uFillTx/>
                <a:latin typeface="Calibri Light"/>
              </a:rPr>
              <a:t>Click to edit Master title style</a:t>
            </a:r>
            <a:endParaRPr b="0" lang="en-US" sz="6000" strike="noStrike" u="none">
              <a:solidFill>
                <a:schemeClr val="dk1"/>
              </a:solidFill>
              <a:uFillTx/>
              <a:latin typeface="Calibri"/>
            </a:endParaRPr>
          </a:p>
        </p:txBody>
      </p:sp>
      <p:sp>
        <p:nvSpPr>
          <p:cNvPr id="33" name="PlaceHolder 2"/>
          <p:cNvSpPr>
            <a:spLocks noGrp="1"/>
          </p:cNvSpPr>
          <p:nvPr>
            <p:ph type="body"/>
          </p:nvPr>
        </p:nvSpPr>
        <p:spPr>
          <a:xfrm>
            <a:off x="831960" y="4589640"/>
            <a:ext cx="10515240" cy="1499760"/>
          </a:xfrm>
          <a:prstGeom prst="rect">
            <a:avLst/>
          </a:prstGeom>
          <a:noFill/>
          <a:ln w="0">
            <a:noFill/>
          </a:ln>
        </p:spPr>
        <p:txBody>
          <a:bodyPr lIns="90000" rIns="90000" tIns="45000" bIns="45000" anchor="t">
            <a:noAutofit/>
          </a:bodyPr>
          <a:p>
            <a:pPr indent="0" defTabSz="914400">
              <a:lnSpc>
                <a:spcPct val="90000"/>
              </a:lnSpc>
              <a:spcBef>
                <a:spcPts val="1001"/>
              </a:spcBef>
              <a:buNone/>
              <a:tabLst>
                <a:tab algn="l" pos="0"/>
              </a:tabLst>
            </a:pPr>
            <a:r>
              <a:rPr b="0" lang="en-US" sz="2400" strike="noStrike" u="none">
                <a:solidFill>
                  <a:schemeClr val="dk1">
                    <a:tint val="75000"/>
                  </a:schemeClr>
                </a:solidFill>
                <a:uFillTx/>
                <a:latin typeface="Calibri"/>
              </a:rPr>
              <a:t>Click to edit Master text styles</a:t>
            </a:r>
            <a:endParaRPr b="0" lang="en-US" sz="2400" strike="noStrike" u="none">
              <a:solidFill>
                <a:schemeClr val="dk1"/>
              </a:solidFill>
              <a:uFillTx/>
              <a:latin typeface="Calibri"/>
            </a:endParaRPr>
          </a:p>
        </p:txBody>
      </p:sp>
      <p:sp>
        <p:nvSpPr>
          <p:cNvPr id="34" name="PlaceHolder 3"/>
          <p:cNvSpPr>
            <a:spLocks noGrp="1"/>
          </p:cNvSpPr>
          <p:nvPr>
            <p:ph type="dt" idx="13"/>
          </p:nvPr>
        </p:nvSpPr>
        <p:spPr>
          <a:xfrm>
            <a:off x="838080" y="6356520"/>
            <a:ext cx="2742840" cy="36468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uFillTx/>
                <a:latin typeface="Calibri"/>
              </a:defRPr>
            </a:lvl1pPr>
          </a:lstStyle>
          <a:p>
            <a:pPr indent="0" defTabSz="914400">
              <a:lnSpc>
                <a:spcPct val="100000"/>
              </a:lnSpc>
              <a:buNone/>
            </a:pPr>
            <a:r>
              <a:rPr b="0" lang="en-US" sz="1800" strike="noStrike" u="none">
                <a:solidFill>
                  <a:schemeClr val="dk1"/>
                </a:solidFill>
                <a:uFillTx/>
                <a:latin typeface="Calibri"/>
              </a:rPr>
              <a:t> </a:t>
            </a:r>
            <a:endParaRPr b="0" lang="pl-PL" sz="1800" strike="noStrike" u="none">
              <a:solidFill>
                <a:srgbClr val="000000"/>
              </a:solidFill>
              <a:uFillTx/>
              <a:latin typeface="Times New Roman"/>
            </a:endParaRPr>
          </a:p>
        </p:txBody>
      </p:sp>
      <p:sp>
        <p:nvSpPr>
          <p:cNvPr id="35" name="PlaceHolder 4"/>
          <p:cNvSpPr>
            <a:spLocks noGrp="1"/>
          </p:cNvSpPr>
          <p:nvPr>
            <p:ph type="ftr" idx="14"/>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36" name="PlaceHolder 5"/>
          <p:cNvSpPr>
            <a:spLocks noGrp="1"/>
          </p:cNvSpPr>
          <p:nvPr>
            <p:ph type="sldNum" idx="15"/>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C9841DD6-1654-4791-8438-2D2BCC173C85}" type="slidenum">
              <a:rPr b="0" lang="en-US" sz="1600" strike="noStrike" u="none">
                <a:solidFill>
                  <a:srgbClr val="1c7ddb"/>
                </a:solidFill>
                <a:uFillTx/>
                <a:latin typeface="Abadi"/>
              </a:rPr>
              <a:t>1</a:t>
            </a:fld>
            <a:endParaRPr b="0" lang="pl-PL" sz="16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66"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838080" y="365040"/>
            <a:ext cx="10515240" cy="1325160"/>
          </a:xfrm>
          <a:prstGeom prst="rect">
            <a:avLst/>
          </a:prstGeom>
          <a:noFill/>
          <a:ln w="0">
            <a:noFill/>
          </a:ln>
        </p:spPr>
        <p:txBody>
          <a:bodyPr lIns="90000" rIns="90000" tIns="45000" bIns="45000" anchor="t">
            <a:noAutofit/>
          </a:bodyPr>
          <a:p>
            <a:pPr indent="0" defTabSz="914400">
              <a:lnSpc>
                <a:spcPct val="90000"/>
              </a:lnSpc>
              <a:buNone/>
            </a:pPr>
            <a:r>
              <a:rPr b="0" lang="en-US" sz="4400" strike="noStrike" u="none">
                <a:solidFill>
                  <a:schemeClr val="dk1"/>
                </a:solidFill>
                <a:uFillTx/>
                <a:latin typeface="Calibri Light"/>
              </a:rPr>
              <a:t>Click to edit Master title style</a:t>
            </a:r>
            <a:endParaRPr b="0" lang="en-US" sz="4400" strike="noStrike" u="none">
              <a:solidFill>
                <a:schemeClr val="dk1"/>
              </a:solidFill>
              <a:uFillTx/>
              <a:latin typeface="Calibri"/>
            </a:endParaRPr>
          </a:p>
        </p:txBody>
      </p:sp>
      <p:sp>
        <p:nvSpPr>
          <p:cNvPr id="38" name="PlaceHolder 2"/>
          <p:cNvSpPr>
            <a:spLocks noGrp="1"/>
          </p:cNvSpPr>
          <p:nvPr>
            <p:ph type="body"/>
          </p:nvPr>
        </p:nvSpPr>
        <p:spPr>
          <a:xfrm>
            <a:off x="838080" y="1825560"/>
            <a:ext cx="5181120" cy="4350960"/>
          </a:xfrm>
          <a:prstGeom prst="rect">
            <a:avLst/>
          </a:prstGeom>
          <a:noFill/>
          <a:ln w="0">
            <a:noFill/>
          </a:ln>
        </p:spPr>
        <p:txBody>
          <a:bodyPr lIns="90000" rIns="90000" tIns="45000" bIns="4500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uFillTx/>
                <a:latin typeface="Calibri"/>
              </a:rPr>
              <a:t>Click to edit Master text styles</a:t>
            </a:r>
            <a:endParaRPr b="0" lang="en-US"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39" name="PlaceHolder 3"/>
          <p:cNvSpPr>
            <a:spLocks noGrp="1"/>
          </p:cNvSpPr>
          <p:nvPr>
            <p:ph type="body"/>
          </p:nvPr>
        </p:nvSpPr>
        <p:spPr>
          <a:xfrm>
            <a:off x="6172200" y="1825560"/>
            <a:ext cx="5181120" cy="4350960"/>
          </a:xfrm>
          <a:prstGeom prst="rect">
            <a:avLst/>
          </a:prstGeom>
          <a:noFill/>
          <a:ln w="0">
            <a:noFill/>
          </a:ln>
        </p:spPr>
        <p:txBody>
          <a:bodyPr lIns="90000" rIns="90000" tIns="45000" bIns="4500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uFillTx/>
                <a:latin typeface="Calibri"/>
              </a:rPr>
              <a:t>Click to edit Master text styles</a:t>
            </a:r>
            <a:endParaRPr b="0" lang="en-US"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40" name="PlaceHolder 4"/>
          <p:cNvSpPr>
            <a:spLocks noGrp="1"/>
          </p:cNvSpPr>
          <p:nvPr>
            <p:ph type="dt" idx="16"/>
          </p:nvPr>
        </p:nvSpPr>
        <p:spPr>
          <a:xfrm>
            <a:off x="838080" y="6356520"/>
            <a:ext cx="2742840" cy="36468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uFillTx/>
                <a:latin typeface="Calibri"/>
              </a:defRPr>
            </a:lvl1pPr>
          </a:lstStyle>
          <a:p>
            <a:pPr indent="0" defTabSz="914400">
              <a:lnSpc>
                <a:spcPct val="100000"/>
              </a:lnSpc>
              <a:buNone/>
            </a:pPr>
            <a:r>
              <a:rPr b="0" lang="en-US" sz="1800" strike="noStrike" u="none">
                <a:solidFill>
                  <a:schemeClr val="dk1"/>
                </a:solidFill>
                <a:uFillTx/>
                <a:latin typeface="Calibri"/>
              </a:rPr>
              <a:t> </a:t>
            </a:r>
            <a:endParaRPr b="0" lang="pl-PL" sz="1800" strike="noStrike" u="none">
              <a:solidFill>
                <a:srgbClr val="000000"/>
              </a:solidFill>
              <a:uFillTx/>
              <a:latin typeface="Times New Roman"/>
            </a:endParaRPr>
          </a:p>
        </p:txBody>
      </p:sp>
      <p:sp>
        <p:nvSpPr>
          <p:cNvPr id="41" name="PlaceHolder 5"/>
          <p:cNvSpPr>
            <a:spLocks noGrp="1"/>
          </p:cNvSpPr>
          <p:nvPr>
            <p:ph type="ftr" idx="17"/>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42" name="PlaceHolder 6"/>
          <p:cNvSpPr>
            <a:spLocks noGrp="1"/>
          </p:cNvSpPr>
          <p:nvPr>
            <p:ph type="sldNum" idx="18"/>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E9B4CBE0-C39A-4679-8885-C49B1CA7E966}" type="slidenum">
              <a:rPr b="0" lang="en-US" sz="1600" strike="noStrike" u="none">
                <a:solidFill>
                  <a:srgbClr val="1c7ddb"/>
                </a:solidFill>
                <a:uFillTx/>
                <a:latin typeface="Abadi"/>
              </a:rPr>
              <a:t>1</a:t>
            </a:fld>
            <a:endParaRPr b="0" lang="pl-PL" sz="16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68"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 name="PlaceHolder 1"/>
          <p:cNvSpPr>
            <a:spLocks noGrp="1"/>
          </p:cNvSpPr>
          <p:nvPr>
            <p:ph type="title"/>
          </p:nvPr>
        </p:nvSpPr>
        <p:spPr>
          <a:xfrm>
            <a:off x="839880" y="365040"/>
            <a:ext cx="10515240" cy="1325160"/>
          </a:xfrm>
          <a:prstGeom prst="rect">
            <a:avLst/>
          </a:prstGeom>
          <a:noFill/>
          <a:ln w="0">
            <a:noFill/>
          </a:ln>
        </p:spPr>
        <p:txBody>
          <a:bodyPr lIns="90000" rIns="90000" tIns="45000" bIns="45000" anchor="t">
            <a:noAutofit/>
          </a:bodyPr>
          <a:p>
            <a:pPr indent="0" defTabSz="914400">
              <a:lnSpc>
                <a:spcPct val="90000"/>
              </a:lnSpc>
              <a:buNone/>
            </a:pPr>
            <a:r>
              <a:rPr b="0" lang="en-US" sz="4400" strike="noStrike" u="none">
                <a:solidFill>
                  <a:schemeClr val="dk1"/>
                </a:solidFill>
                <a:uFillTx/>
                <a:latin typeface="Calibri Light"/>
              </a:rPr>
              <a:t>Click to edit Master title style</a:t>
            </a:r>
            <a:endParaRPr b="0" lang="en-US" sz="4400" strike="noStrike" u="none">
              <a:solidFill>
                <a:schemeClr val="dk1"/>
              </a:solidFill>
              <a:uFillTx/>
              <a:latin typeface="Calibri"/>
            </a:endParaRPr>
          </a:p>
        </p:txBody>
      </p:sp>
      <p:sp>
        <p:nvSpPr>
          <p:cNvPr id="47" name="PlaceHolder 2"/>
          <p:cNvSpPr>
            <a:spLocks noGrp="1"/>
          </p:cNvSpPr>
          <p:nvPr>
            <p:ph type="body"/>
          </p:nvPr>
        </p:nvSpPr>
        <p:spPr>
          <a:xfrm>
            <a:off x="839880" y="1681200"/>
            <a:ext cx="5157360" cy="823680"/>
          </a:xfrm>
          <a:prstGeom prst="rect">
            <a:avLst/>
          </a:prstGeom>
          <a:noFill/>
          <a:ln w="0">
            <a:noFill/>
          </a:ln>
        </p:spPr>
        <p:txBody>
          <a:bodyPr lIns="90000" rIns="90000" tIns="45000" bIns="45000" anchor="b">
            <a:noAutofit/>
          </a:bodyPr>
          <a:p>
            <a:pPr indent="0" defTabSz="914400">
              <a:lnSpc>
                <a:spcPct val="90000"/>
              </a:lnSpc>
              <a:spcBef>
                <a:spcPts val="1001"/>
              </a:spcBef>
              <a:buNone/>
              <a:tabLst>
                <a:tab algn="l" pos="0"/>
              </a:tabLst>
            </a:pPr>
            <a:r>
              <a:rPr b="1" lang="en-US" sz="2400" strike="noStrike" u="none">
                <a:solidFill>
                  <a:schemeClr val="dk1"/>
                </a:solidFill>
                <a:uFillTx/>
                <a:latin typeface="Calibri"/>
              </a:rPr>
              <a:t>Click to edit Master text styles</a:t>
            </a:r>
            <a:endParaRPr b="0" lang="en-US" sz="2400" strike="noStrike" u="none">
              <a:solidFill>
                <a:schemeClr val="dk1"/>
              </a:solidFill>
              <a:uFillTx/>
              <a:latin typeface="Calibri"/>
            </a:endParaRPr>
          </a:p>
        </p:txBody>
      </p:sp>
      <p:sp>
        <p:nvSpPr>
          <p:cNvPr id="48" name="PlaceHolder 3"/>
          <p:cNvSpPr>
            <a:spLocks noGrp="1"/>
          </p:cNvSpPr>
          <p:nvPr>
            <p:ph type="body"/>
          </p:nvPr>
        </p:nvSpPr>
        <p:spPr>
          <a:xfrm>
            <a:off x="839880" y="2505240"/>
            <a:ext cx="5157360" cy="3684240"/>
          </a:xfrm>
          <a:prstGeom prst="rect">
            <a:avLst/>
          </a:prstGeom>
          <a:noFill/>
          <a:ln w="0">
            <a:noFill/>
          </a:ln>
        </p:spPr>
        <p:txBody>
          <a:bodyPr lIns="90000" rIns="90000" tIns="45000" bIns="45000" anchor="t">
            <a:noAutofit/>
          </a:bodyPr>
          <a:p>
            <a:pPr marL="228600" indent="-228600" defTabSz="914400">
              <a:lnSpc>
                <a:spcPct val="90000"/>
              </a:lnSpc>
              <a:spcBef>
                <a:spcPts val="1001"/>
              </a:spcBef>
              <a:buClr>
                <a:srgbClr val="000000"/>
              </a:buClr>
              <a:buFont typeface="Arial"/>
              <a:buChar char="•"/>
            </a:pPr>
            <a:r>
              <a:rPr b="0" lang="en-US" sz="2800" strike="noStrike" u="none">
                <a:solidFill>
                  <a:schemeClr val="dk1"/>
                </a:solidFill>
                <a:uFillTx/>
                <a:latin typeface="Calibri"/>
              </a:rPr>
              <a:t>Click to edit Master text </a:t>
            </a:r>
            <a:r>
              <a:rPr b="0" lang="en-US" sz="2800" strike="noStrike" u="none">
                <a:solidFill>
                  <a:schemeClr val="dk1"/>
                </a:solidFill>
                <a:uFillTx/>
                <a:latin typeface="Calibri"/>
              </a:rPr>
              <a:t>styles</a:t>
            </a:r>
            <a:endParaRPr b="0" lang="en-US" sz="28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49" name="PlaceHolder 4"/>
          <p:cNvSpPr>
            <a:spLocks noGrp="1"/>
          </p:cNvSpPr>
          <p:nvPr>
            <p:ph type="body"/>
          </p:nvPr>
        </p:nvSpPr>
        <p:spPr>
          <a:xfrm>
            <a:off x="6172200" y="1681200"/>
            <a:ext cx="5182920" cy="823680"/>
          </a:xfrm>
          <a:prstGeom prst="rect">
            <a:avLst/>
          </a:prstGeom>
          <a:noFill/>
          <a:ln w="0">
            <a:noFill/>
          </a:ln>
        </p:spPr>
        <p:txBody>
          <a:bodyPr lIns="90000" rIns="90000" tIns="45000" bIns="45000" anchor="b">
            <a:noAutofit/>
          </a:bodyPr>
          <a:p>
            <a:pPr indent="0" defTabSz="914400">
              <a:lnSpc>
                <a:spcPct val="90000"/>
              </a:lnSpc>
              <a:spcBef>
                <a:spcPts val="1001"/>
              </a:spcBef>
              <a:buNone/>
              <a:tabLst>
                <a:tab algn="l" pos="0"/>
              </a:tabLst>
            </a:pPr>
            <a:r>
              <a:rPr b="1" lang="en-US" sz="2400" strike="noStrike" u="none">
                <a:solidFill>
                  <a:schemeClr val="dk1"/>
                </a:solidFill>
                <a:uFillTx/>
                <a:latin typeface="Calibri"/>
              </a:rPr>
              <a:t>Click to edit Master text styles</a:t>
            </a:r>
            <a:endParaRPr b="0" lang="en-US" sz="2400" strike="noStrike" u="none">
              <a:solidFill>
                <a:schemeClr val="dk1"/>
              </a:solidFill>
              <a:uFillTx/>
              <a:latin typeface="Calibri"/>
            </a:endParaRPr>
          </a:p>
        </p:txBody>
      </p:sp>
      <p:sp>
        <p:nvSpPr>
          <p:cNvPr id="50" name="PlaceHolder 5"/>
          <p:cNvSpPr>
            <a:spLocks noGrp="1"/>
          </p:cNvSpPr>
          <p:nvPr>
            <p:ph type="body"/>
          </p:nvPr>
        </p:nvSpPr>
        <p:spPr>
          <a:xfrm>
            <a:off x="6172200" y="2505240"/>
            <a:ext cx="5182920" cy="3684240"/>
          </a:xfrm>
          <a:prstGeom prst="rect">
            <a:avLst/>
          </a:prstGeom>
          <a:noFill/>
          <a:ln w="0">
            <a:noFill/>
          </a:ln>
        </p:spPr>
        <p:txBody>
          <a:bodyPr lIns="91440" rIns="91440" tIns="45720" bIns="45720" anchor="ctr">
            <a:noAutofit/>
          </a:bodyPr>
          <a:p>
            <a:pPr marL="228600" indent="-228600" algn="r" defTabSz="914400">
              <a:lnSpc>
                <a:spcPct val="90000"/>
              </a:lnSpc>
              <a:spcBef>
                <a:spcPts val="1001"/>
              </a:spcBef>
              <a:buClr>
                <a:srgbClr val="1c7ddb"/>
              </a:buClr>
              <a:buFont typeface="Arial"/>
              <a:buChar char="•"/>
            </a:pPr>
            <a:r>
              <a:rPr b="0" lang="en-US" sz="1600" strike="noStrike" u="none">
                <a:solidFill>
                  <a:srgbClr val="1c7ddb"/>
                </a:solidFill>
                <a:uFillTx/>
                <a:latin typeface="Abadi"/>
              </a:rPr>
              <a:t>Click to edit Master text styles</a:t>
            </a:r>
            <a:endParaRPr b="0" lang="en-US" sz="16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Second level</a:t>
            </a:r>
            <a:endParaRPr b="0" lang="en-US" sz="24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Third level</a:t>
            </a:r>
            <a:endParaRPr b="0" lang="en-US" sz="20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Fourth level</a:t>
            </a:r>
            <a:endParaRPr b="0" lang="en-US" sz="18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1800" strike="noStrike" u="none">
                <a:solidFill>
                  <a:schemeClr val="dk1"/>
                </a:solidFill>
                <a:uFillTx/>
                <a:latin typeface="Calibri"/>
              </a:rPr>
              <a:t>Fifth level</a:t>
            </a:r>
            <a:endParaRPr b="0" lang="en-US" sz="1800" strike="noStrike" u="none">
              <a:solidFill>
                <a:schemeClr val="dk1"/>
              </a:solidFill>
              <a:uFillTx/>
              <a:latin typeface="Calibri"/>
            </a:endParaRPr>
          </a:p>
        </p:txBody>
      </p:sp>
      <p:sp>
        <p:nvSpPr>
          <p:cNvPr id="51" name="PlaceHolder 6"/>
          <p:cNvSpPr>
            <a:spLocks noGrp="1"/>
          </p:cNvSpPr>
          <p:nvPr>
            <p:ph type="dt" idx="19"/>
          </p:nvPr>
        </p:nvSpPr>
        <p:spPr>
          <a:xfrm>
            <a:off x="838080" y="6356520"/>
            <a:ext cx="2742840" cy="36468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uFillTx/>
                <a:latin typeface="Calibri"/>
              </a:defRPr>
            </a:lvl1pPr>
          </a:lstStyle>
          <a:p>
            <a:pPr indent="0" defTabSz="914400">
              <a:lnSpc>
                <a:spcPct val="100000"/>
              </a:lnSpc>
              <a:buNone/>
            </a:pPr>
            <a:r>
              <a:rPr b="0" lang="en-US" sz="1800" strike="noStrike" u="none">
                <a:solidFill>
                  <a:schemeClr val="dk1"/>
                </a:solidFill>
                <a:uFillTx/>
                <a:latin typeface="Calibri"/>
              </a:rPr>
              <a:t> </a:t>
            </a:r>
            <a:endParaRPr b="0" lang="pl-PL" sz="1800" strike="noStrike" u="none">
              <a:solidFill>
                <a:srgbClr val="000000"/>
              </a:solidFill>
              <a:uFillTx/>
              <a:latin typeface="Times New Roman"/>
            </a:endParaRPr>
          </a:p>
        </p:txBody>
      </p:sp>
      <p:sp>
        <p:nvSpPr>
          <p:cNvPr id="52" name="PlaceHolder 7"/>
          <p:cNvSpPr>
            <a:spLocks noGrp="1"/>
          </p:cNvSpPr>
          <p:nvPr>
            <p:ph type="ftr" idx="20"/>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53" name="PlaceHolder 8"/>
          <p:cNvSpPr>
            <a:spLocks noGrp="1"/>
          </p:cNvSpPr>
          <p:nvPr>
            <p:ph type="sldNum" idx="21"/>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9C03E7C0-C92E-4B39-91A6-89B3A0CC99FB}" type="slidenum">
              <a:rPr b="0" lang="en-US" sz="1600" strike="noStrike" u="none">
                <a:solidFill>
                  <a:srgbClr val="1c7ddb"/>
                </a:solidFill>
                <a:uFillTx/>
                <a:latin typeface="Abadi"/>
              </a:rPr>
              <a:t>1</a:t>
            </a:fld>
            <a:endParaRPr b="0" lang="pl-PL" sz="16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70"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4" name="PlaceHolder 1"/>
          <p:cNvSpPr>
            <a:spLocks noGrp="1"/>
          </p:cNvSpPr>
          <p:nvPr>
            <p:ph type="title"/>
          </p:nvPr>
        </p:nvSpPr>
        <p:spPr>
          <a:xfrm>
            <a:off x="838080" y="365040"/>
            <a:ext cx="10515240" cy="1325160"/>
          </a:xfrm>
          <a:prstGeom prst="rect">
            <a:avLst/>
          </a:prstGeom>
          <a:noFill/>
          <a:ln w="0">
            <a:noFill/>
          </a:ln>
        </p:spPr>
        <p:txBody>
          <a:bodyPr lIns="90000" rIns="90000" tIns="45000" bIns="45000" anchor="t">
            <a:noAutofit/>
          </a:bodyPr>
          <a:p>
            <a:pPr indent="0" defTabSz="914400">
              <a:lnSpc>
                <a:spcPct val="90000"/>
              </a:lnSpc>
              <a:buNone/>
            </a:pPr>
            <a:r>
              <a:rPr b="0" lang="en-US" sz="4400" strike="noStrike" u="none">
                <a:solidFill>
                  <a:schemeClr val="dk1"/>
                </a:solidFill>
                <a:uFillTx/>
                <a:latin typeface="Calibri Light"/>
              </a:rPr>
              <a:t>Click to edit Master title style</a:t>
            </a:r>
            <a:endParaRPr b="0" lang="en-US" sz="4400" strike="noStrike" u="none">
              <a:solidFill>
                <a:schemeClr val="dk1"/>
              </a:solidFill>
              <a:uFillTx/>
              <a:latin typeface="Calibri"/>
            </a:endParaRPr>
          </a:p>
        </p:txBody>
      </p:sp>
      <p:sp>
        <p:nvSpPr>
          <p:cNvPr id="55" name="PlaceHolder 2"/>
          <p:cNvSpPr>
            <a:spLocks noGrp="1"/>
          </p:cNvSpPr>
          <p:nvPr>
            <p:ph type="dt" idx="22"/>
          </p:nvPr>
        </p:nvSpPr>
        <p:spPr>
          <a:xfrm>
            <a:off x="838080" y="6356520"/>
            <a:ext cx="2742840" cy="36468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uFillTx/>
                <a:latin typeface="Calibri"/>
              </a:defRPr>
            </a:lvl1pPr>
          </a:lstStyle>
          <a:p>
            <a:pPr indent="0" defTabSz="914400">
              <a:lnSpc>
                <a:spcPct val="100000"/>
              </a:lnSpc>
              <a:buNone/>
            </a:pPr>
            <a:r>
              <a:rPr b="0" lang="en-US" sz="1800" strike="noStrike" u="none">
                <a:solidFill>
                  <a:schemeClr val="dk1"/>
                </a:solidFill>
                <a:uFillTx/>
                <a:latin typeface="Calibri"/>
              </a:rPr>
              <a:t> </a:t>
            </a:r>
            <a:endParaRPr b="0" lang="pl-PL" sz="1800" strike="noStrike" u="none">
              <a:solidFill>
                <a:srgbClr val="000000"/>
              </a:solidFill>
              <a:uFillTx/>
              <a:latin typeface="Times New Roman"/>
            </a:endParaRPr>
          </a:p>
        </p:txBody>
      </p:sp>
      <p:sp>
        <p:nvSpPr>
          <p:cNvPr id="56" name="PlaceHolder 3"/>
          <p:cNvSpPr>
            <a:spLocks noGrp="1"/>
          </p:cNvSpPr>
          <p:nvPr>
            <p:ph type="ftr" idx="23"/>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57" name="PlaceHolder 4"/>
          <p:cNvSpPr>
            <a:spLocks noGrp="1"/>
          </p:cNvSpPr>
          <p:nvPr>
            <p:ph type="sldNum" idx="24"/>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C9EE4FE0-D089-46B8-934F-E7F82C80A075}" type="slidenum">
              <a:rPr b="0" lang="en-US" sz="1600" strike="noStrike" u="none">
                <a:solidFill>
                  <a:srgbClr val="1c7ddb"/>
                </a:solidFill>
                <a:uFillTx/>
                <a:latin typeface="Abadi"/>
              </a:rPr>
              <a:t>1</a:t>
            </a:fld>
            <a:endParaRPr b="0" lang="pl-PL" sz="16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72"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9" name="PlaceHolder 1"/>
          <p:cNvSpPr>
            <a:spLocks noGrp="1"/>
          </p:cNvSpPr>
          <p:nvPr>
            <p:ph type="dt" idx="25"/>
          </p:nvPr>
        </p:nvSpPr>
        <p:spPr>
          <a:xfrm>
            <a:off x="838080" y="6356520"/>
            <a:ext cx="2742840" cy="36468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uFillTx/>
                <a:latin typeface="Calibri"/>
              </a:defRPr>
            </a:lvl1pPr>
          </a:lstStyle>
          <a:p>
            <a:pPr indent="0" defTabSz="914400">
              <a:lnSpc>
                <a:spcPct val="100000"/>
              </a:lnSpc>
              <a:buNone/>
            </a:pPr>
            <a:r>
              <a:rPr b="0" lang="en-US" sz="1800" strike="noStrike" u="none">
                <a:solidFill>
                  <a:schemeClr val="dk1"/>
                </a:solidFill>
                <a:uFillTx/>
                <a:latin typeface="Calibri"/>
              </a:rPr>
              <a:t> </a:t>
            </a:r>
            <a:endParaRPr b="0" lang="pl-PL" sz="1800" strike="noStrike" u="none">
              <a:solidFill>
                <a:srgbClr val="000000"/>
              </a:solidFill>
              <a:uFillTx/>
              <a:latin typeface="Times New Roman"/>
            </a:endParaRPr>
          </a:p>
        </p:txBody>
      </p:sp>
      <p:sp>
        <p:nvSpPr>
          <p:cNvPr id="60" name="PlaceHolder 2"/>
          <p:cNvSpPr>
            <a:spLocks noGrp="1"/>
          </p:cNvSpPr>
          <p:nvPr>
            <p:ph type="ftr" idx="26"/>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61" name="PlaceHolder 3"/>
          <p:cNvSpPr>
            <a:spLocks noGrp="1"/>
          </p:cNvSpPr>
          <p:nvPr>
            <p:ph type="sldNum" idx="27"/>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96B4B19A-6A13-45E8-9E4D-D3548AB2B859}" type="slidenum">
              <a:rPr b="0" lang="en-US" sz="1600" strike="noStrike" u="none">
                <a:solidFill>
                  <a:srgbClr val="1c7ddb"/>
                </a:solidFill>
                <a:uFillTx/>
                <a:latin typeface="Abadi"/>
              </a:rPr>
              <a:t>1</a:t>
            </a:fld>
            <a:endParaRPr b="0" lang="pl-PL" sz="16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74"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2" name="PlaceHolder 1"/>
          <p:cNvSpPr>
            <a:spLocks noGrp="1"/>
          </p:cNvSpPr>
          <p:nvPr>
            <p:ph type="title"/>
          </p:nvPr>
        </p:nvSpPr>
        <p:spPr>
          <a:xfrm>
            <a:off x="839880" y="457200"/>
            <a:ext cx="3931920" cy="1599840"/>
          </a:xfrm>
          <a:prstGeom prst="rect">
            <a:avLst/>
          </a:prstGeom>
          <a:noFill/>
          <a:ln w="0">
            <a:noFill/>
          </a:ln>
        </p:spPr>
        <p:txBody>
          <a:bodyPr lIns="90000" rIns="90000" tIns="45000" bIns="45000" anchor="b">
            <a:noAutofit/>
          </a:bodyPr>
          <a:p>
            <a:pPr indent="0" defTabSz="914400">
              <a:lnSpc>
                <a:spcPct val="90000"/>
              </a:lnSpc>
              <a:buNone/>
            </a:pPr>
            <a:r>
              <a:rPr b="0" lang="en-US" sz="3200" strike="noStrike" u="none">
                <a:solidFill>
                  <a:schemeClr val="dk1"/>
                </a:solidFill>
                <a:uFillTx/>
                <a:latin typeface="Calibri Light"/>
              </a:rPr>
              <a:t>Click to edit Master title style</a:t>
            </a:r>
            <a:endParaRPr b="0" lang="en-US" sz="3200" strike="noStrike" u="none">
              <a:solidFill>
                <a:schemeClr val="dk1"/>
              </a:solidFill>
              <a:uFillTx/>
              <a:latin typeface="Calibri"/>
            </a:endParaRPr>
          </a:p>
        </p:txBody>
      </p:sp>
      <p:sp>
        <p:nvSpPr>
          <p:cNvPr id="63" name="PlaceHolder 2"/>
          <p:cNvSpPr>
            <a:spLocks noGrp="1"/>
          </p:cNvSpPr>
          <p:nvPr>
            <p:ph type="body"/>
          </p:nvPr>
        </p:nvSpPr>
        <p:spPr>
          <a:xfrm>
            <a:off x="5183280" y="987480"/>
            <a:ext cx="6171840" cy="4873320"/>
          </a:xfrm>
          <a:prstGeom prst="rect">
            <a:avLst/>
          </a:prstGeom>
          <a:noFill/>
          <a:ln w="0">
            <a:noFill/>
          </a:ln>
        </p:spPr>
        <p:txBody>
          <a:bodyPr lIns="90000" rIns="90000" tIns="45000" bIns="45000" anchor="t">
            <a:noAutofit/>
          </a:bodyPr>
          <a:p>
            <a:pPr marL="228600" indent="-228600" defTabSz="914400">
              <a:lnSpc>
                <a:spcPct val="90000"/>
              </a:lnSpc>
              <a:spcBef>
                <a:spcPts val="1001"/>
              </a:spcBef>
              <a:buClr>
                <a:srgbClr val="000000"/>
              </a:buClr>
              <a:buFont typeface="Arial"/>
              <a:buChar char="•"/>
            </a:pPr>
            <a:r>
              <a:rPr b="0" lang="en-US" sz="3200" strike="noStrike" u="none">
                <a:solidFill>
                  <a:schemeClr val="dk1"/>
                </a:solidFill>
                <a:uFillTx/>
                <a:latin typeface="Calibri"/>
              </a:rPr>
              <a:t>Click to edit Master text styles</a:t>
            </a:r>
            <a:endParaRPr b="0" lang="en-US" sz="3200" strike="noStrike" u="none">
              <a:solidFill>
                <a:schemeClr val="dk1"/>
              </a:solidFill>
              <a:uFillTx/>
              <a:latin typeface="Calibri"/>
            </a:endParaRPr>
          </a:p>
          <a:p>
            <a:pPr lvl="1" marL="685800" indent="-228600" defTabSz="914400">
              <a:lnSpc>
                <a:spcPct val="90000"/>
              </a:lnSpc>
              <a:spcBef>
                <a:spcPts val="499"/>
              </a:spcBef>
              <a:buClr>
                <a:srgbClr val="000000"/>
              </a:buClr>
              <a:buFont typeface="Arial"/>
              <a:buChar char="•"/>
            </a:pPr>
            <a:r>
              <a:rPr b="0" lang="en-US" sz="2800" strike="noStrike" u="none">
                <a:solidFill>
                  <a:schemeClr val="dk1"/>
                </a:solidFill>
                <a:uFillTx/>
                <a:latin typeface="Calibri"/>
              </a:rPr>
              <a:t>Second level</a:t>
            </a:r>
            <a:endParaRPr b="0" lang="en-US" sz="2800" strike="noStrike" u="none">
              <a:solidFill>
                <a:schemeClr val="dk1"/>
              </a:solidFill>
              <a:uFillTx/>
              <a:latin typeface="Calibri"/>
            </a:endParaRPr>
          </a:p>
          <a:p>
            <a:pPr lvl="2" marL="1143000" indent="-228600" defTabSz="914400">
              <a:lnSpc>
                <a:spcPct val="90000"/>
              </a:lnSpc>
              <a:spcBef>
                <a:spcPts val="499"/>
              </a:spcBef>
              <a:buClr>
                <a:srgbClr val="000000"/>
              </a:buClr>
              <a:buFont typeface="Arial"/>
              <a:buChar char="•"/>
            </a:pPr>
            <a:r>
              <a:rPr b="0" lang="en-US" sz="2400" strike="noStrike" u="none">
                <a:solidFill>
                  <a:schemeClr val="dk1"/>
                </a:solidFill>
                <a:uFillTx/>
                <a:latin typeface="Calibri"/>
              </a:rPr>
              <a:t>Third level</a:t>
            </a:r>
            <a:endParaRPr b="0" lang="en-US" sz="2400" strike="noStrike" u="none">
              <a:solidFill>
                <a:schemeClr val="dk1"/>
              </a:solidFill>
              <a:uFillTx/>
              <a:latin typeface="Calibri"/>
            </a:endParaRPr>
          </a:p>
          <a:p>
            <a:pPr lvl="3" marL="16002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Fourth level</a:t>
            </a:r>
            <a:endParaRPr b="0" lang="en-US" sz="2000" strike="noStrike" u="none">
              <a:solidFill>
                <a:schemeClr val="dk1"/>
              </a:solidFill>
              <a:uFillTx/>
              <a:latin typeface="Calibri"/>
            </a:endParaRPr>
          </a:p>
          <a:p>
            <a:pPr lvl="4" marL="2057400" indent="-228600" defTabSz="914400">
              <a:lnSpc>
                <a:spcPct val="90000"/>
              </a:lnSpc>
              <a:spcBef>
                <a:spcPts val="499"/>
              </a:spcBef>
              <a:buClr>
                <a:srgbClr val="000000"/>
              </a:buClr>
              <a:buFont typeface="Arial"/>
              <a:buChar char="•"/>
            </a:pPr>
            <a:r>
              <a:rPr b="0" lang="en-US" sz="2000" strike="noStrike" u="none">
                <a:solidFill>
                  <a:schemeClr val="dk1"/>
                </a:solidFill>
                <a:uFillTx/>
                <a:latin typeface="Calibri"/>
              </a:rPr>
              <a:t>Fifth level</a:t>
            </a:r>
            <a:endParaRPr b="0" lang="en-US" sz="2000" strike="noStrike" u="none">
              <a:solidFill>
                <a:schemeClr val="dk1"/>
              </a:solidFill>
              <a:uFillTx/>
              <a:latin typeface="Calibri"/>
            </a:endParaRPr>
          </a:p>
        </p:txBody>
      </p:sp>
      <p:sp>
        <p:nvSpPr>
          <p:cNvPr id="64" name="PlaceHolder 3"/>
          <p:cNvSpPr>
            <a:spLocks noGrp="1"/>
          </p:cNvSpPr>
          <p:nvPr>
            <p:ph type="body"/>
          </p:nvPr>
        </p:nvSpPr>
        <p:spPr>
          <a:xfrm>
            <a:off x="839880" y="2057400"/>
            <a:ext cx="3931920" cy="3811320"/>
          </a:xfrm>
          <a:prstGeom prst="rect">
            <a:avLst/>
          </a:prstGeom>
          <a:noFill/>
          <a:ln w="0">
            <a:noFill/>
          </a:ln>
        </p:spPr>
        <p:txBody>
          <a:bodyPr lIns="90000" rIns="90000" tIns="45000" bIns="45000" anchor="t">
            <a:noAutofit/>
          </a:bodyPr>
          <a:p>
            <a:pPr indent="0" defTabSz="914400">
              <a:lnSpc>
                <a:spcPct val="90000"/>
              </a:lnSpc>
              <a:spcBef>
                <a:spcPts val="1001"/>
              </a:spcBef>
              <a:buNone/>
              <a:tabLst>
                <a:tab algn="l" pos="0"/>
              </a:tabLst>
            </a:pPr>
            <a:r>
              <a:rPr b="0" lang="en-US" sz="1600" strike="noStrike" u="none">
                <a:solidFill>
                  <a:schemeClr val="dk1"/>
                </a:solidFill>
                <a:uFillTx/>
                <a:latin typeface="Calibri"/>
              </a:rPr>
              <a:t>Click to edit Master text styles</a:t>
            </a:r>
            <a:endParaRPr b="0" lang="en-US" sz="1600" strike="noStrike" u="none">
              <a:solidFill>
                <a:schemeClr val="dk1"/>
              </a:solidFill>
              <a:uFillTx/>
              <a:latin typeface="Calibri"/>
            </a:endParaRPr>
          </a:p>
        </p:txBody>
      </p:sp>
      <p:sp>
        <p:nvSpPr>
          <p:cNvPr id="65" name="PlaceHolder 4"/>
          <p:cNvSpPr>
            <a:spLocks noGrp="1"/>
          </p:cNvSpPr>
          <p:nvPr>
            <p:ph type="dt" idx="28"/>
          </p:nvPr>
        </p:nvSpPr>
        <p:spPr>
          <a:xfrm>
            <a:off x="838080" y="6356520"/>
            <a:ext cx="2742840" cy="36468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uFillTx/>
                <a:latin typeface="Calibri"/>
              </a:defRPr>
            </a:lvl1pPr>
          </a:lstStyle>
          <a:p>
            <a:pPr indent="0" defTabSz="914400">
              <a:lnSpc>
                <a:spcPct val="100000"/>
              </a:lnSpc>
              <a:buNone/>
            </a:pPr>
            <a:r>
              <a:rPr b="0" lang="en-US" sz="1800" strike="noStrike" u="none">
                <a:solidFill>
                  <a:schemeClr val="dk1"/>
                </a:solidFill>
                <a:uFillTx/>
                <a:latin typeface="Calibri"/>
              </a:rPr>
              <a:t> </a:t>
            </a:r>
            <a:endParaRPr b="0" lang="pl-PL" sz="1800" strike="noStrike" u="none">
              <a:solidFill>
                <a:srgbClr val="000000"/>
              </a:solidFill>
              <a:uFillTx/>
              <a:latin typeface="Times New Roman"/>
            </a:endParaRPr>
          </a:p>
        </p:txBody>
      </p:sp>
      <p:sp>
        <p:nvSpPr>
          <p:cNvPr id="66" name="PlaceHolder 5"/>
          <p:cNvSpPr>
            <a:spLocks noGrp="1"/>
          </p:cNvSpPr>
          <p:nvPr>
            <p:ph type="ftr" idx="29"/>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67" name="PlaceHolder 6"/>
          <p:cNvSpPr>
            <a:spLocks noGrp="1"/>
          </p:cNvSpPr>
          <p:nvPr>
            <p:ph type="sldNum" idx="30"/>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65392018-F177-415E-BF01-49254370C7E0}" type="slidenum">
              <a:rPr b="0" lang="en-US" sz="1600" strike="noStrike" u="none">
                <a:solidFill>
                  <a:srgbClr val="1c7ddb"/>
                </a:solidFill>
                <a:uFillTx/>
                <a:latin typeface="Abadi"/>
              </a:rPr>
              <a:t>1</a:t>
            </a:fld>
            <a:endParaRPr b="0" lang="pl-PL" sz="16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76" r:id="rId2"/>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8" name="PlaceHolder 1"/>
          <p:cNvSpPr>
            <a:spLocks noGrp="1"/>
          </p:cNvSpPr>
          <p:nvPr>
            <p:ph type="title"/>
          </p:nvPr>
        </p:nvSpPr>
        <p:spPr>
          <a:xfrm>
            <a:off x="839880" y="457200"/>
            <a:ext cx="3931920" cy="1599840"/>
          </a:xfrm>
          <a:prstGeom prst="rect">
            <a:avLst/>
          </a:prstGeom>
          <a:noFill/>
          <a:ln w="0">
            <a:noFill/>
          </a:ln>
        </p:spPr>
        <p:txBody>
          <a:bodyPr lIns="90000" rIns="90000" tIns="45000" bIns="45000" anchor="b">
            <a:noAutofit/>
          </a:bodyPr>
          <a:p>
            <a:pPr indent="0" defTabSz="914400">
              <a:lnSpc>
                <a:spcPct val="90000"/>
              </a:lnSpc>
              <a:buNone/>
            </a:pPr>
            <a:r>
              <a:rPr b="0" lang="en-US" sz="3200" strike="noStrike" u="none">
                <a:solidFill>
                  <a:schemeClr val="dk1"/>
                </a:solidFill>
                <a:uFillTx/>
                <a:latin typeface="Calibri Light"/>
              </a:rPr>
              <a:t>Click to edit Master title style</a:t>
            </a:r>
            <a:endParaRPr b="0" lang="en-US" sz="3200" strike="noStrike" u="none">
              <a:solidFill>
                <a:schemeClr val="dk1"/>
              </a:solidFill>
              <a:uFillTx/>
              <a:latin typeface="Calibri"/>
            </a:endParaRPr>
          </a:p>
        </p:txBody>
      </p:sp>
      <p:sp>
        <p:nvSpPr>
          <p:cNvPr id="69" name="PlaceHolder 2"/>
          <p:cNvSpPr>
            <a:spLocks noGrp="1"/>
          </p:cNvSpPr>
          <p:nvPr>
            <p:ph type="body"/>
          </p:nvPr>
        </p:nvSpPr>
        <p:spPr>
          <a:xfrm>
            <a:off x="5183280" y="987480"/>
            <a:ext cx="6171840" cy="4873320"/>
          </a:xfrm>
          <a:prstGeom prst="rect">
            <a:avLst/>
          </a:prstGeom>
          <a:noFill/>
          <a:ln w="0">
            <a:noFill/>
          </a:ln>
        </p:spPr>
        <p:txBody>
          <a:bodyPr lIns="90000" rIns="90000" tIns="45000" bIns="45000" anchor="t">
            <a:noAutofit/>
          </a:bodyPr>
          <a:p>
            <a:pPr marL="432000" indent="-324000">
              <a:lnSpc>
                <a:spcPct val="90000"/>
              </a:lnSpc>
              <a:spcBef>
                <a:spcPts val="1417"/>
              </a:spcBef>
              <a:buClr>
                <a:srgbClr val="000000"/>
              </a:buClr>
              <a:buSzPct val="45000"/>
              <a:buFont typeface="Wingdings" charset="2"/>
              <a:buChar char=""/>
            </a:pPr>
            <a:r>
              <a:rPr b="0" lang="en-US" sz="3200" strike="noStrike" u="none">
                <a:solidFill>
                  <a:schemeClr val="dk1"/>
                </a:solidFill>
                <a:uFillTx/>
                <a:latin typeface="Calibri"/>
              </a:rPr>
              <a:t>Click to edit the outline </a:t>
            </a:r>
            <a:r>
              <a:rPr b="0" lang="en-US" sz="3200" strike="noStrike" u="none">
                <a:solidFill>
                  <a:schemeClr val="dk1"/>
                </a:solidFill>
                <a:uFillTx/>
                <a:latin typeface="Calibri"/>
              </a:rPr>
              <a:t>text format</a:t>
            </a:r>
            <a:endParaRPr b="0" lang="en-US" sz="3200" strike="noStrike" u="none">
              <a:solidFill>
                <a:schemeClr val="dk1"/>
              </a:solidFill>
              <a:uFillTx/>
              <a:latin typeface="Calibri"/>
            </a:endParaRPr>
          </a:p>
          <a:p>
            <a:pPr lvl="1" marL="864000" indent="-324000">
              <a:lnSpc>
                <a:spcPct val="90000"/>
              </a:lnSpc>
              <a:spcBef>
                <a:spcPts val="1134"/>
              </a:spcBef>
              <a:buClr>
                <a:srgbClr val="000000"/>
              </a:buClr>
              <a:buSzPct val="75000"/>
              <a:buFont typeface="Symbol" charset="2"/>
              <a:buChar char=""/>
            </a:pPr>
            <a:r>
              <a:rPr b="0" lang="en-US" sz="3200" strike="noStrike" u="none">
                <a:solidFill>
                  <a:schemeClr val="dk1"/>
                </a:solidFill>
                <a:uFillTx/>
                <a:latin typeface="Calibri"/>
              </a:rPr>
              <a:t>Second Outline </a:t>
            </a:r>
            <a:r>
              <a:rPr b="0" lang="en-US" sz="3200" strike="noStrike" u="none">
                <a:solidFill>
                  <a:schemeClr val="dk1"/>
                </a:solidFill>
                <a:uFillTx/>
                <a:latin typeface="Calibri"/>
              </a:rPr>
              <a:t>Level</a:t>
            </a:r>
            <a:endParaRPr b="0" lang="en-US" sz="3200" strike="noStrike" u="none">
              <a:solidFill>
                <a:schemeClr val="dk1"/>
              </a:solidFill>
              <a:uFillTx/>
              <a:latin typeface="Calibri"/>
            </a:endParaRPr>
          </a:p>
          <a:p>
            <a:pPr lvl="2" marL="1296000" indent="-288000">
              <a:lnSpc>
                <a:spcPct val="90000"/>
              </a:lnSpc>
              <a:spcBef>
                <a:spcPts val="850"/>
              </a:spcBef>
              <a:buClr>
                <a:srgbClr val="000000"/>
              </a:buClr>
              <a:buSzPct val="45000"/>
              <a:buFont typeface="Wingdings" charset="2"/>
              <a:buChar char=""/>
            </a:pPr>
            <a:r>
              <a:rPr b="0" lang="en-US" sz="3200" strike="noStrike" u="none">
                <a:solidFill>
                  <a:schemeClr val="dk1"/>
                </a:solidFill>
                <a:uFillTx/>
                <a:latin typeface="Calibri"/>
              </a:rPr>
              <a:t>Third Outline </a:t>
            </a:r>
            <a:r>
              <a:rPr b="0" lang="en-US" sz="3200" strike="noStrike" u="none">
                <a:solidFill>
                  <a:schemeClr val="dk1"/>
                </a:solidFill>
                <a:uFillTx/>
                <a:latin typeface="Calibri"/>
              </a:rPr>
              <a:t>Level</a:t>
            </a:r>
            <a:endParaRPr b="0" lang="en-US" sz="3200" strike="noStrike" u="none">
              <a:solidFill>
                <a:schemeClr val="dk1"/>
              </a:solidFill>
              <a:uFillTx/>
              <a:latin typeface="Calibri"/>
            </a:endParaRPr>
          </a:p>
          <a:p>
            <a:pPr lvl="3" marL="1728000" indent="-216000">
              <a:lnSpc>
                <a:spcPct val="90000"/>
              </a:lnSpc>
              <a:spcBef>
                <a:spcPts val="567"/>
              </a:spcBef>
              <a:buClr>
                <a:srgbClr val="000000"/>
              </a:buClr>
              <a:buSzPct val="75000"/>
              <a:buFont typeface="Symbol" charset="2"/>
              <a:buChar char=""/>
            </a:pPr>
            <a:r>
              <a:rPr b="0" lang="en-US" sz="3200" strike="noStrike" u="none">
                <a:solidFill>
                  <a:schemeClr val="dk1"/>
                </a:solidFill>
                <a:uFillTx/>
                <a:latin typeface="Calibri"/>
              </a:rPr>
              <a:t>Fourth Outline </a:t>
            </a:r>
            <a:r>
              <a:rPr b="0" lang="en-US" sz="3200" strike="noStrike" u="none">
                <a:solidFill>
                  <a:schemeClr val="dk1"/>
                </a:solidFill>
                <a:uFillTx/>
                <a:latin typeface="Calibri"/>
              </a:rPr>
              <a:t>Level</a:t>
            </a:r>
            <a:endParaRPr b="0" lang="en-US" sz="3200" strike="noStrike" u="none">
              <a:solidFill>
                <a:schemeClr val="dk1"/>
              </a:solidFill>
              <a:uFillTx/>
              <a:latin typeface="Calibri"/>
            </a:endParaRPr>
          </a:p>
          <a:p>
            <a:pPr lvl="4" marL="2160000" indent="-216000">
              <a:lnSpc>
                <a:spcPct val="90000"/>
              </a:lnSpc>
              <a:spcBef>
                <a:spcPts val="283"/>
              </a:spcBef>
              <a:buClr>
                <a:srgbClr val="000000"/>
              </a:buClr>
              <a:buSzPct val="45000"/>
              <a:buFont typeface="Wingdings" charset="2"/>
              <a:buChar char=""/>
            </a:pPr>
            <a:r>
              <a:rPr b="0" lang="en-US" sz="3200" strike="noStrike" u="none">
                <a:solidFill>
                  <a:schemeClr val="dk1"/>
                </a:solidFill>
                <a:uFillTx/>
                <a:latin typeface="Calibri"/>
              </a:rPr>
              <a:t>Fifth </a:t>
            </a:r>
            <a:r>
              <a:rPr b="0" lang="en-US" sz="3200" strike="noStrike" u="none">
                <a:solidFill>
                  <a:schemeClr val="dk1"/>
                </a:solidFill>
                <a:uFillTx/>
                <a:latin typeface="Calibri"/>
              </a:rPr>
              <a:t>Outline </a:t>
            </a:r>
            <a:r>
              <a:rPr b="0" lang="en-US" sz="3200" strike="noStrike" u="none">
                <a:solidFill>
                  <a:schemeClr val="dk1"/>
                </a:solidFill>
                <a:uFillTx/>
                <a:latin typeface="Calibri"/>
              </a:rPr>
              <a:t>Level</a:t>
            </a:r>
            <a:endParaRPr b="0" lang="en-US" sz="3200" strike="noStrike" u="none">
              <a:solidFill>
                <a:schemeClr val="dk1"/>
              </a:solidFill>
              <a:uFillTx/>
              <a:latin typeface="Calibri"/>
            </a:endParaRPr>
          </a:p>
          <a:p>
            <a:pPr lvl="5" marL="2592000" indent="-216000">
              <a:lnSpc>
                <a:spcPct val="90000"/>
              </a:lnSpc>
              <a:spcBef>
                <a:spcPts val="283"/>
              </a:spcBef>
              <a:buClr>
                <a:srgbClr val="000000"/>
              </a:buClr>
              <a:buSzPct val="45000"/>
              <a:buFont typeface="Wingdings" charset="2"/>
              <a:buChar char=""/>
            </a:pPr>
            <a:r>
              <a:rPr b="0" lang="en-US" sz="3200" strike="noStrike" u="none">
                <a:solidFill>
                  <a:schemeClr val="dk1"/>
                </a:solidFill>
                <a:uFillTx/>
                <a:latin typeface="Calibri"/>
              </a:rPr>
              <a:t>Sixth </a:t>
            </a:r>
            <a:r>
              <a:rPr b="0" lang="en-US" sz="3200" strike="noStrike" u="none">
                <a:solidFill>
                  <a:schemeClr val="dk1"/>
                </a:solidFill>
                <a:uFillTx/>
                <a:latin typeface="Calibri"/>
              </a:rPr>
              <a:t>Outline </a:t>
            </a:r>
            <a:r>
              <a:rPr b="0" lang="en-US" sz="3200" strike="noStrike" u="none">
                <a:solidFill>
                  <a:schemeClr val="dk1"/>
                </a:solidFill>
                <a:uFillTx/>
                <a:latin typeface="Calibri"/>
              </a:rPr>
              <a:t>Level</a:t>
            </a:r>
            <a:endParaRPr b="0" lang="en-US" sz="3200" strike="noStrike" u="none">
              <a:solidFill>
                <a:schemeClr val="dk1"/>
              </a:solidFill>
              <a:uFillTx/>
              <a:latin typeface="Calibri"/>
            </a:endParaRPr>
          </a:p>
          <a:p>
            <a:pPr lvl="6" marL="3024000" indent="-216000">
              <a:lnSpc>
                <a:spcPct val="90000"/>
              </a:lnSpc>
              <a:spcBef>
                <a:spcPts val="283"/>
              </a:spcBef>
              <a:buClr>
                <a:srgbClr val="000000"/>
              </a:buClr>
              <a:buSzPct val="45000"/>
              <a:buFont typeface="Wingdings" charset="2"/>
              <a:buChar char=""/>
            </a:pPr>
            <a:r>
              <a:rPr b="0" lang="en-US" sz="3200" strike="noStrike" u="none">
                <a:solidFill>
                  <a:schemeClr val="dk1"/>
                </a:solidFill>
                <a:uFillTx/>
                <a:latin typeface="Calibri"/>
              </a:rPr>
              <a:t>Seve</a:t>
            </a:r>
            <a:r>
              <a:rPr b="0" lang="en-US" sz="3200" strike="noStrike" u="none">
                <a:solidFill>
                  <a:schemeClr val="dk1"/>
                </a:solidFill>
                <a:uFillTx/>
                <a:latin typeface="Calibri"/>
              </a:rPr>
              <a:t>nth </a:t>
            </a:r>
            <a:r>
              <a:rPr b="0" lang="en-US" sz="3200" strike="noStrike" u="none">
                <a:solidFill>
                  <a:schemeClr val="dk1"/>
                </a:solidFill>
                <a:uFillTx/>
                <a:latin typeface="Calibri"/>
              </a:rPr>
              <a:t>Outli</a:t>
            </a:r>
            <a:r>
              <a:rPr b="0" lang="en-US" sz="3200" strike="noStrike" u="none">
                <a:solidFill>
                  <a:schemeClr val="dk1"/>
                </a:solidFill>
                <a:uFillTx/>
                <a:latin typeface="Calibri"/>
              </a:rPr>
              <a:t>ne </a:t>
            </a:r>
            <a:r>
              <a:rPr b="0" lang="en-US" sz="3200" strike="noStrike" u="none">
                <a:solidFill>
                  <a:schemeClr val="dk1"/>
                </a:solidFill>
                <a:uFillTx/>
                <a:latin typeface="Calibri"/>
              </a:rPr>
              <a:t>Level</a:t>
            </a:r>
            <a:endParaRPr b="0" lang="en-US" sz="3200" strike="noStrike" u="none">
              <a:solidFill>
                <a:schemeClr val="dk1"/>
              </a:solidFill>
              <a:uFillTx/>
              <a:latin typeface="Calibri"/>
            </a:endParaRPr>
          </a:p>
        </p:txBody>
      </p:sp>
      <p:sp>
        <p:nvSpPr>
          <p:cNvPr id="70" name="PlaceHolder 3"/>
          <p:cNvSpPr>
            <a:spLocks noGrp="1"/>
          </p:cNvSpPr>
          <p:nvPr>
            <p:ph type="body"/>
          </p:nvPr>
        </p:nvSpPr>
        <p:spPr>
          <a:xfrm>
            <a:off x="839880" y="2057400"/>
            <a:ext cx="3931920" cy="3811320"/>
          </a:xfrm>
          <a:prstGeom prst="rect">
            <a:avLst/>
          </a:prstGeom>
          <a:noFill/>
          <a:ln w="0">
            <a:noFill/>
          </a:ln>
        </p:spPr>
        <p:txBody>
          <a:bodyPr lIns="90000" rIns="90000" tIns="45000" bIns="45000" anchor="t">
            <a:noAutofit/>
          </a:bodyPr>
          <a:p>
            <a:pPr indent="0" defTabSz="914400">
              <a:lnSpc>
                <a:spcPct val="90000"/>
              </a:lnSpc>
              <a:spcBef>
                <a:spcPts val="1001"/>
              </a:spcBef>
              <a:buNone/>
              <a:tabLst>
                <a:tab algn="l" pos="0"/>
              </a:tabLst>
            </a:pPr>
            <a:r>
              <a:rPr b="0" lang="en-US" sz="1600" strike="noStrike" u="none">
                <a:solidFill>
                  <a:schemeClr val="dk1"/>
                </a:solidFill>
                <a:uFillTx/>
                <a:latin typeface="Calibri"/>
              </a:rPr>
              <a:t>Click to edit Master text styles</a:t>
            </a:r>
            <a:endParaRPr b="0" lang="en-US" sz="1600" strike="noStrike" u="none">
              <a:solidFill>
                <a:schemeClr val="dk1"/>
              </a:solidFill>
              <a:uFillTx/>
              <a:latin typeface="Calibri"/>
            </a:endParaRPr>
          </a:p>
        </p:txBody>
      </p:sp>
      <p:sp>
        <p:nvSpPr>
          <p:cNvPr id="71" name="PlaceHolder 4"/>
          <p:cNvSpPr>
            <a:spLocks noGrp="1"/>
          </p:cNvSpPr>
          <p:nvPr>
            <p:ph type="dt" idx="31"/>
          </p:nvPr>
        </p:nvSpPr>
        <p:spPr>
          <a:xfrm>
            <a:off x="838080" y="6356520"/>
            <a:ext cx="2742840" cy="364680"/>
          </a:xfrm>
          <a:prstGeom prst="rect">
            <a:avLst/>
          </a:prstGeom>
          <a:noFill/>
          <a:ln w="0">
            <a:noFill/>
          </a:ln>
        </p:spPr>
        <p:txBody>
          <a:bodyPr lIns="90000" rIns="90000" tIns="45000" bIns="45000" anchor="t">
            <a:noAutofit/>
          </a:bodyPr>
          <a:lstStyle>
            <a:lvl1pPr indent="0" defTabSz="914400">
              <a:lnSpc>
                <a:spcPct val="100000"/>
              </a:lnSpc>
              <a:buNone/>
              <a:defRPr b="0" lang="en-US" sz="1800" strike="noStrike" u="none">
                <a:solidFill>
                  <a:schemeClr val="dk1"/>
                </a:solidFill>
                <a:uFillTx/>
                <a:latin typeface="Calibri"/>
              </a:defRPr>
            </a:lvl1pPr>
          </a:lstStyle>
          <a:p>
            <a:pPr indent="0" defTabSz="914400">
              <a:lnSpc>
                <a:spcPct val="100000"/>
              </a:lnSpc>
              <a:buNone/>
            </a:pPr>
            <a:r>
              <a:rPr b="0" lang="en-US" sz="1800" strike="noStrike" u="none">
                <a:solidFill>
                  <a:schemeClr val="dk1"/>
                </a:solidFill>
                <a:uFillTx/>
                <a:latin typeface="Calibri"/>
              </a:rPr>
              <a:t> </a:t>
            </a:r>
            <a:endParaRPr b="0" lang="pl-PL" sz="1800" strike="noStrike" u="none">
              <a:solidFill>
                <a:srgbClr val="000000"/>
              </a:solidFill>
              <a:uFillTx/>
              <a:latin typeface="Times New Roman"/>
            </a:endParaRPr>
          </a:p>
        </p:txBody>
      </p:sp>
      <p:sp>
        <p:nvSpPr>
          <p:cNvPr id="72" name="PlaceHolder 5"/>
          <p:cNvSpPr>
            <a:spLocks noGrp="1"/>
          </p:cNvSpPr>
          <p:nvPr>
            <p:ph type="ftr" idx="32"/>
          </p:nvPr>
        </p:nvSpPr>
        <p:spPr>
          <a:xfrm>
            <a:off x="4038480" y="6356520"/>
            <a:ext cx="4114440" cy="364680"/>
          </a:xfrm>
          <a:prstGeom prst="rect">
            <a:avLst/>
          </a:prstGeom>
          <a:noFill/>
          <a:ln w="0">
            <a:noFill/>
          </a:ln>
        </p:spPr>
        <p:txBody>
          <a:bodyPr lIns="90000" rIns="90000" tIns="45000" bIns="45000" anchor="t">
            <a:noAutofit/>
          </a:bodyPr>
          <a:lstStyle>
            <a:lvl1pPr indent="0" algn="ctr">
              <a:buNone/>
              <a:defRPr b="0" lang="pl-PL" sz="1400" strike="noStrike" u="none">
                <a:solidFill>
                  <a:srgbClr val="000000"/>
                </a:solidFill>
                <a:uFillTx/>
                <a:latin typeface="Times New Roman"/>
              </a:defRPr>
            </a:lvl1pPr>
          </a:lstStyle>
          <a:p>
            <a:pPr indent="0" algn="ctr">
              <a:buNone/>
            </a:pPr>
            <a:r>
              <a:rPr b="0" lang="pl-PL" sz="1400" strike="noStrike" u="none">
                <a:solidFill>
                  <a:srgbClr val="000000"/>
                </a:solidFill>
                <a:uFillTx/>
                <a:latin typeface="Times New Roman"/>
              </a:rPr>
              <a:t> </a:t>
            </a:r>
            <a:endParaRPr b="0" lang="pl-PL" sz="1400" strike="noStrike" u="none">
              <a:solidFill>
                <a:srgbClr val="000000"/>
              </a:solidFill>
              <a:uFillTx/>
              <a:latin typeface="Times New Roman"/>
            </a:endParaRPr>
          </a:p>
        </p:txBody>
      </p:sp>
      <p:sp>
        <p:nvSpPr>
          <p:cNvPr id="73" name="PlaceHolder 6"/>
          <p:cNvSpPr>
            <a:spLocks noGrp="1"/>
          </p:cNvSpPr>
          <p:nvPr>
            <p:ph type="sldNum" idx="33"/>
          </p:nvPr>
        </p:nvSpPr>
        <p:spPr>
          <a:xfrm>
            <a:off x="8714880" y="6025680"/>
            <a:ext cx="2742840" cy="40140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602D501D-6F58-4A50-AF9D-7C827AA1D078}" type="slidenum">
              <a:rPr b="0" lang="en-US" sz="1600" strike="noStrike" u="none">
                <a:solidFill>
                  <a:srgbClr val="1c7ddb"/>
                </a:solidFill>
                <a:uFillTx/>
                <a:latin typeface="Abadi"/>
              </a:rPr>
              <a:t>1</a:t>
            </a:fld>
            <a:endParaRPr b="0" lang="pl-PL" sz="1600" strike="noStrike" u="none">
              <a:solidFill>
                <a:srgbClr val="000000"/>
              </a:solidFill>
              <a:uFillTx/>
              <a:latin typeface="Times New Roman"/>
            </a:endParaRPr>
          </a:p>
        </p:txBody>
      </p:sp>
    </p:spTree>
  </p:cSld>
  <p:clrMap bg1="lt1" tx1="dk1" bg2="lt2" tx2="dk2" accent1="accent1" accent2="accent2" accent3="accent3" accent4="accent4" accent5="accent5" accent6="accent6" hlink="hlink" folHlink="folHlink"/>
  <p:sldLayoutIdLst>
    <p:sldLayoutId id="2147483678"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slideLayout" Target="../slideLayouts/slideLayout4.xml"/>
</Relationships>
</file>

<file path=ppt/slides/_rels/slide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5.xml.rels><?xml version="1.0" encoding="UTF-8"?>
<Relationships xmlns="http://schemas.openxmlformats.org/package/2006/relationships"><Relationship Id="rId1" Type="http://schemas.openxmlformats.org/officeDocument/2006/relationships/image" Target="../media/image4.jpeg"/><Relationship Id="rId2" Type="http://schemas.openxmlformats.org/officeDocument/2006/relationships/slideLayout" Target="../slideLayouts/slideLayout12.xml"/>
</Relationships>
</file>

<file path=ppt/slides/_rels/slide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5.png"/><Relationship Id="rId3" Type="http://schemas.openxmlformats.org/officeDocument/2006/relationships/slideLayout" Target="../slideLayouts/slideLayout1.xml"/>
</Relationships>
</file>

<file path=ppt/slides/_rels/slide8.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hyperlink" Target="https://github.com/matlewan/coursera-learning/blob/main/10-capstone-project/jupyter-labs-spacex-data-collection-api.ipynb" TargetMode="External"/><Relationship Id="rId3"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hyperlink" Target="https://github.com/matlewan/coursera-learning/blob/main/10-capstone-project/jupyter-labs-webscraping.ipynb" TargetMode="External"/><Relationship Id="rId3" Type="http://schemas.openxmlformats.org/officeDocument/2006/relationships/slideLayout" Target="../slideLayouts/slideLayout1.xml"/>
</Relationships>
</file>

<file path=ppt/slides/_rels/slide1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hyperlink" Target="https://github.com/matlewan/coursera-learning/blob/main/10-capstone-project/labs-jupyter-spacex-Data%20wrangling.ipynb" TargetMode="External"/><Relationship Id="rId3" Type="http://schemas.openxmlformats.org/officeDocument/2006/relationships/slideLayout" Target="../slideLayouts/slideLayout1.xml"/>
</Relationships>
</file>

<file path=ppt/slides/_rels/slide11.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hyperlink" Target="https://github.com/matlewan/coursera-learning/blob/main/10-capstone-project/edadataviz.ipynb" TargetMode="External"/><Relationship Id="rId3" Type="http://schemas.openxmlformats.org/officeDocument/2006/relationships/slideLayout" Target="../slideLayouts/slideLayout1.xml"/>
</Relationships>
</file>

<file path=ppt/slides/_rels/slide1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hyperlink" Target="https://github.com/matlewan/coursera-learning/blob/main/10-capstone-project/jupyter-labs-eda-sql-coursera_sqllite.ipynb" TargetMode="External"/><Relationship Id="rId3" Type="http://schemas.openxmlformats.org/officeDocument/2006/relationships/slideLayout" Target="../slideLayouts/slideLayout1.xml"/>
</Relationships>
</file>

<file path=ppt/slides/_rels/slide1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hyperlink" Target="https://github.com/matlewan/coursera-learning/blob/main/10-capstone-project/DV0101EN-Exercise-Generating-Maps-in-Python.ipynb" TargetMode="External"/><Relationship Id="rId3" Type="http://schemas.openxmlformats.org/officeDocument/2006/relationships/slideLayout" Target="../slideLayouts/slideLayout1.xml"/>
</Relationships>
</file>

<file path=ppt/slides/_rels/slide1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hyperlink" Target="https://github.com/matlewan/coursera-learning/blob/main/10-capstone-project/spacex-dash-app.py" TargetMode="External"/><Relationship Id="rId3" Type="http://schemas.openxmlformats.org/officeDocument/2006/relationships/slideLayout" Target="../slideLayouts/slideLayout1.xml"/>
</Relationships>
</file>

<file path=ppt/slides/_rels/slide1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hyperlink" Target="https://github.com/matlewan/coursera-learning/blob/main/10-capstone-project/SpaceX_Machine%20Learning%20Prediction_Part_5.ipynb" TargetMode="External"/><Relationship Id="rId3" Type="http://schemas.openxmlformats.org/officeDocument/2006/relationships/slideLayout" Target="../slideLayouts/slideLayout1.xml"/>
</Relationships>
</file>

<file path=ppt/slides/_rels/slide1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
</Relationships>
</file>

<file path=ppt/slides/_rels/slide18.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7.png"/><Relationship Id="rId3" Type="http://schemas.openxmlformats.org/officeDocument/2006/relationships/slideLayout" Target="../slideLayouts/slideLayout1.xml"/>
</Relationships>
</file>

<file path=ppt/slides/_rels/slide1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8.png"/><Relationship Id="rId3" Type="http://schemas.openxmlformats.org/officeDocument/2006/relationships/slideLayout" Target="../slideLayouts/slideLayout1.xml"/>
</Relationships>
</file>

<file path=ppt/slides/_rels/slide2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9.png"/><Relationship Id="rId3" Type="http://schemas.openxmlformats.org/officeDocument/2006/relationships/slideLayout" Target="../slideLayouts/slideLayout1.xml"/>
</Relationships>
</file>

<file path=ppt/slides/_rels/slide21.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0.png"/><Relationship Id="rId3" Type="http://schemas.openxmlformats.org/officeDocument/2006/relationships/slideLayout" Target="../slideLayouts/slideLayout1.xml"/>
</Relationships>
</file>

<file path=ppt/slides/_rels/slide2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1.png"/><Relationship Id="rId3" Type="http://schemas.openxmlformats.org/officeDocument/2006/relationships/slideLayout" Target="../slideLayouts/slideLayout1.xml"/>
</Relationships>
</file>

<file path=ppt/slides/_rels/slide2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2.png"/><Relationship Id="rId3" Type="http://schemas.openxmlformats.org/officeDocument/2006/relationships/slideLayout" Target="../slideLayouts/slideLayout1.xml"/>
</Relationships>
</file>

<file path=ppt/slides/_rels/slide2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8.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2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3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31.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32.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3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34.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
</Relationships>
</file>

<file path=ppt/slides/_rels/slide3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4.png"/><Relationship Id="rId3" Type="http://schemas.openxmlformats.org/officeDocument/2006/relationships/slideLayout" Target="../slideLayouts/slideLayout1.xml"/>
</Relationships>
</file>

<file path=ppt/slides/_rels/slide3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5.png"/><Relationship Id="rId3" Type="http://schemas.openxmlformats.org/officeDocument/2006/relationships/slideLayout" Target="../slideLayouts/slideLayout1.xml"/>
</Relationships>
</file>

<file path=ppt/slides/_rels/slide3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16.png"/><Relationship Id="rId3" Type="http://schemas.openxmlformats.org/officeDocument/2006/relationships/slideLayout" Target="../slideLayouts/slideLayout1.xml"/>
</Relationships>
</file>

<file path=ppt/slides/_rels/slide38.xml.rels><?xml version="1.0" encoding="UTF-8"?>
<Relationships xmlns="http://schemas.openxmlformats.org/package/2006/relationships"><Relationship Id="rId1" Type="http://schemas.openxmlformats.org/officeDocument/2006/relationships/image" Target="../media/image17.jpeg"/><Relationship Id="rId2" Type="http://schemas.openxmlformats.org/officeDocument/2006/relationships/slideLayout" Target="../slideLayouts/slideLayout1.xml"/>
</Relationships>
</file>

<file path=ppt/slides/_rels/slide3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4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41.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42.xml.rels><?xml version="1.0" encoding="UTF-8"?>
<Relationships xmlns="http://schemas.openxmlformats.org/package/2006/relationships"><Relationship Id="rId1" Type="http://schemas.openxmlformats.org/officeDocument/2006/relationships/image" Target="../media/image18.jpeg"/><Relationship Id="rId2" Type="http://schemas.openxmlformats.org/officeDocument/2006/relationships/slideLayout" Target="../slideLayouts/slideLayout1.xml"/>
</Relationships>
</file>

<file path=ppt/slides/_rels/slide4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4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4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
</Relationships>
</file>

<file path=ppt/slides/_rels/slide46.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46.xml"/>
</Relationships>
</file>

<file path=ppt/slides/_rels/slide47.xml.rels><?xml version="1.0" encoding="UTF-8"?>
<Relationships xmlns="http://schemas.openxmlformats.org/package/2006/relationships"><Relationship Id="rId1" Type="http://schemas.openxmlformats.org/officeDocument/2006/relationships/image" Target="../media/image19.jpeg"/><Relationship Id="rId2" Type="http://schemas.openxmlformats.org/officeDocument/2006/relationships/slideLayout" Target="../slideLayouts/slideLayout10.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80" name="TextBox 5"/>
          <p:cNvSpPr/>
          <p:nvPr/>
        </p:nvSpPr>
        <p:spPr>
          <a:xfrm>
            <a:off x="888480" y="4568760"/>
            <a:ext cx="2711520" cy="640440"/>
          </a:xfrm>
          <a:prstGeom prst="rect">
            <a:avLst/>
          </a:prstGeom>
          <a:noFill/>
          <a:ln w="0">
            <a:noFill/>
          </a:ln>
        </p:spPr>
        <p:style>
          <a:lnRef idx="0"/>
          <a:fillRef idx="0"/>
          <a:effectRef idx="0"/>
          <a:fontRef idx="minor"/>
        </p:style>
        <p:txBody>
          <a:bodyPr anchor="t">
            <a:spAutoFit/>
          </a:bodyPr>
          <a:p>
            <a:pPr defTabSz="914400">
              <a:lnSpc>
                <a:spcPct val="100000"/>
              </a:lnSpc>
            </a:pPr>
            <a:r>
              <a:rPr b="0" lang="en-US" sz="1800" strike="noStrike" u="none">
                <a:solidFill>
                  <a:schemeClr val="lt2"/>
                </a:solidFill>
                <a:uFillTx/>
                <a:latin typeface="Abadi"/>
                <a:ea typeface="SF Pro"/>
              </a:rPr>
              <a:t>Mateusz Lewandowski</a:t>
            </a:r>
            <a:endParaRPr b="0" lang="pl-PL" sz="1800" strike="noStrike" u="none">
              <a:solidFill>
                <a:srgbClr val="ffffff"/>
              </a:solidFill>
              <a:uFillTx/>
              <a:latin typeface="Arial"/>
            </a:endParaRPr>
          </a:p>
          <a:p>
            <a:pPr defTabSz="914400">
              <a:lnSpc>
                <a:spcPct val="100000"/>
              </a:lnSpc>
            </a:pPr>
            <a:r>
              <a:rPr b="0" lang="en-US" sz="1800" strike="noStrike" u="none">
                <a:solidFill>
                  <a:schemeClr val="lt2"/>
                </a:solidFill>
                <a:uFillTx/>
                <a:latin typeface="Abadi"/>
                <a:ea typeface="SF Pro"/>
              </a:rPr>
              <a:t>08/19/2025</a:t>
            </a:r>
            <a:endParaRPr b="0" lang="pl-PL" sz="1800" strike="noStrike" u="none">
              <a:solidFill>
                <a:srgbClr val="ffffff"/>
              </a:solidFill>
              <a:uFillTx/>
              <a:latin typeface="Arial"/>
            </a:endParaRPr>
          </a:p>
        </p:txBody>
      </p:sp>
      <p:pic>
        <p:nvPicPr>
          <p:cNvPr id="81" name="Picture 2" descr="IBM Skills Network Logo - Horizontal-noai copy.png"/>
          <p:cNvPicPr/>
          <p:nvPr/>
        </p:nvPicPr>
        <p:blipFill>
          <a:blip r:embed="rId2"/>
          <a:stretch/>
        </p:blipFill>
        <p:spPr>
          <a:xfrm>
            <a:off x="889920" y="676800"/>
            <a:ext cx="2103840" cy="628920"/>
          </a:xfrm>
          <a:prstGeom prst="rect">
            <a:avLst/>
          </a:prstGeom>
          <a:noFill/>
          <a:ln w="0">
            <a:noFill/>
          </a:ln>
        </p:spPr>
      </p:pic>
    </p:spTree>
  </p:cSld>
  <p:transition spd="slow">
    <p:push dir="u"/>
  </p:transition>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82" name="PlaceHolder 1"/>
          <p:cNvSpPr>
            <a:spLocks noGrp="1"/>
          </p:cNvSpPr>
          <p:nvPr>
            <p:ph type="sldNum" idx="37"/>
          </p:nvPr>
        </p:nvSpPr>
        <p:spPr>
          <a:xfrm>
            <a:off x="8714880" y="6025680"/>
            <a:ext cx="2742840" cy="401400"/>
          </a:xfrm>
          <a:prstGeom prst="rect">
            <a:avLst/>
          </a:prstGeom>
          <a:noFill/>
          <a:ln w="0">
            <a:noFill/>
          </a:ln>
        </p:spPr>
        <p:txBody>
          <a:bodyPr lIns="91440" rIns="91440" tIns="45720" bIns="45720" anchor="ctr">
            <a:norm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66D6979B-0874-4024-885E-E38694D21F98}" type="slidenum">
              <a:rPr b="0" lang="en-US" sz="1600" strike="noStrike" u="none">
                <a:solidFill>
                  <a:srgbClr val="1c7ddb"/>
                </a:solidFill>
                <a:uFillTx/>
                <a:latin typeface="Abadi"/>
              </a:rPr>
              <a:t>2</a:t>
            </a:fld>
            <a:endParaRPr b="0" lang="pl-PL" sz="1600" strike="noStrike" u="none">
              <a:solidFill>
                <a:srgbClr val="000000"/>
              </a:solidFill>
              <a:uFillTx/>
              <a:latin typeface="Times New Roman"/>
            </a:endParaRPr>
          </a:p>
        </p:txBody>
      </p:sp>
      <p:sp>
        <p:nvSpPr>
          <p:cNvPr id="83" name="Content Placeholder 2"/>
          <p:cNvSpPr/>
          <p:nvPr/>
        </p:nvSpPr>
        <p:spPr>
          <a:xfrm>
            <a:off x="958680" y="2113200"/>
            <a:ext cx="5166720" cy="3320640"/>
          </a:xfrm>
          <a:prstGeom prst="rect">
            <a:avLst/>
          </a:prstGeom>
          <a:noFill/>
          <a:ln w="0">
            <a:noFill/>
          </a:ln>
        </p:spPr>
        <p:style>
          <a:lnRef idx="0"/>
          <a:fillRef idx="0"/>
          <a:effectRef idx="0"/>
          <a:fontRef idx="minor"/>
        </p:style>
        <p:txBody>
          <a:bodyPr anchor="t">
            <a:normAutofit/>
          </a:bodyPr>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Executive Summary</a:t>
            </a:r>
            <a:endParaRPr b="0" lang="pl-PL" sz="22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Introduction</a:t>
            </a:r>
            <a:endParaRPr b="0" lang="pl-PL" sz="22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Methodology</a:t>
            </a:r>
            <a:endParaRPr b="0" lang="pl-PL" sz="22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Results</a:t>
            </a:r>
            <a:endParaRPr b="0" lang="pl-PL" sz="22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Conclusion</a:t>
            </a:r>
            <a:endParaRPr b="0" lang="pl-PL" sz="22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Appendix</a:t>
            </a:r>
            <a:endParaRPr b="0" lang="pl-PL" sz="2200" strike="noStrike" u="none">
              <a:solidFill>
                <a:srgbClr val="000000"/>
              </a:solidFill>
              <a:uFillTx/>
              <a:latin typeface="Arial"/>
            </a:endParaRPr>
          </a:p>
        </p:txBody>
      </p:sp>
      <p:sp>
        <p:nvSpPr>
          <p:cNvPr id="84"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Outline</a:t>
            </a:r>
            <a:endParaRPr b="0" lang="pl-PL" sz="4000" strike="noStrike" u="none">
              <a:solidFill>
                <a:srgbClr val="000000"/>
              </a:solidFill>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85" name="PlaceHolder 1"/>
          <p:cNvSpPr>
            <a:spLocks noGrp="1"/>
          </p:cNvSpPr>
          <p:nvPr>
            <p:ph type="sldNum" idx="38"/>
          </p:nvPr>
        </p:nvSpPr>
        <p:spPr>
          <a:xfrm>
            <a:off x="8714880" y="6025680"/>
            <a:ext cx="2742840" cy="401400"/>
          </a:xfrm>
          <a:prstGeom prst="rect">
            <a:avLst/>
          </a:prstGeom>
          <a:noFill/>
          <a:ln w="0">
            <a:noFill/>
          </a:ln>
        </p:spPr>
        <p:txBody>
          <a:bodyPr lIns="91440" rIns="91440" tIns="45720" bIns="45720" anchor="ctr">
            <a:normAutofit/>
          </a:bodyPr>
          <a:lstStyle>
            <a:lvl1pPr indent="0" algn="r" defTabSz="914400">
              <a:lnSpc>
                <a:spcPct val="100000"/>
              </a:lnSpc>
              <a:spcAft>
                <a:spcPts val="601"/>
              </a:spcAft>
              <a:buNone/>
              <a:defRPr b="0" lang="en-US" sz="1600" strike="noStrike" u="none">
                <a:solidFill>
                  <a:srgbClr val="1c7ddb"/>
                </a:solidFill>
                <a:uFillTx/>
                <a:latin typeface="Abadi"/>
              </a:defRPr>
            </a:lvl1pPr>
          </a:lstStyle>
          <a:p>
            <a:pPr indent="0" algn="r" defTabSz="914400">
              <a:lnSpc>
                <a:spcPct val="100000"/>
              </a:lnSpc>
              <a:spcAft>
                <a:spcPts val="601"/>
              </a:spcAft>
              <a:buNone/>
            </a:pPr>
            <a:fld id="{69BE49F2-05CD-4494-A4D4-648FC9C378D8}" type="slidenum">
              <a:rPr b="0" lang="en-US" sz="1600" strike="noStrike" u="none">
                <a:solidFill>
                  <a:srgbClr val="1c7ddb"/>
                </a:solidFill>
                <a:uFillTx/>
                <a:latin typeface="Abadi"/>
              </a:rPr>
              <a:t>3</a:t>
            </a:fld>
            <a:endParaRPr b="0" lang="pl-PL" sz="1600" strike="noStrike" u="none">
              <a:solidFill>
                <a:srgbClr val="000000"/>
              </a:solidFill>
              <a:uFillTx/>
              <a:latin typeface="Times New Roman"/>
            </a:endParaRPr>
          </a:p>
        </p:txBody>
      </p:sp>
      <p:sp>
        <p:nvSpPr>
          <p:cNvPr id="86" name="Content Placeholder 2"/>
          <p:cNvSpPr/>
          <p:nvPr/>
        </p:nvSpPr>
        <p:spPr>
          <a:xfrm>
            <a:off x="959040" y="2684880"/>
            <a:ext cx="10380960" cy="2715120"/>
          </a:xfrm>
          <a:prstGeom prst="rect">
            <a:avLst/>
          </a:prstGeom>
          <a:noFill/>
          <a:ln w="0">
            <a:noFill/>
          </a:ln>
        </p:spPr>
        <p:style>
          <a:lnRef idx="0"/>
          <a:fillRef idx="0"/>
          <a:effectRef idx="0"/>
          <a:fontRef idx="minor"/>
        </p:style>
        <p:txBody>
          <a:bodyPr anchor="t">
            <a:normAutofit/>
          </a:bodyPr>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This project analyzes SpaceX launch data to identify factors affecting mission success. Using SQL for data extraction, data preprocessing, feature engineering, and data visualization, we uncover key patterns and build machine learning models.</a:t>
            </a:r>
            <a:endParaRPr b="0" lang="pl-PL" sz="22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The results highlight the most important drivers of launch outcomes and provide actionable insights for mission planning and risk management.</a:t>
            </a:r>
            <a:endParaRPr b="0" lang="pl-PL" sz="2200" strike="noStrike" u="none">
              <a:solidFill>
                <a:srgbClr val="000000"/>
              </a:solidFill>
              <a:uFillTx/>
              <a:latin typeface="Arial"/>
            </a:endParaRPr>
          </a:p>
        </p:txBody>
      </p:sp>
      <p:sp>
        <p:nvSpPr>
          <p:cNvPr id="87"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Executive Summary</a:t>
            </a:r>
            <a:endParaRPr b="0" lang="pl-PL" sz="4000" strike="noStrike" u="none">
              <a:solidFill>
                <a:srgbClr val="000000"/>
              </a:solidFill>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88" name="PlaceHolder 1"/>
          <p:cNvSpPr>
            <a:spLocks noGrp="1"/>
          </p:cNvSpPr>
          <p:nvPr>
            <p:ph type="sldNum" idx="39"/>
          </p:nvPr>
        </p:nvSpPr>
        <p:spPr>
          <a:xfrm>
            <a:off x="8714880" y="6025680"/>
            <a:ext cx="2742840" cy="401400"/>
          </a:xfrm>
          <a:prstGeom prst="rect">
            <a:avLst/>
          </a:prstGeom>
          <a:noFill/>
          <a:ln w="0">
            <a:noFill/>
          </a:ln>
        </p:spPr>
        <p:txBody>
          <a:bodyPr lIns="91440" rIns="91440" tIns="45720" bIns="45720" anchor="ctr">
            <a:normAutofit/>
          </a:bodyPr>
          <a:lstStyle>
            <a:lvl1pPr indent="0" algn="r" defTabSz="914400">
              <a:lnSpc>
                <a:spcPct val="100000"/>
              </a:lnSpc>
              <a:spcAft>
                <a:spcPts val="601"/>
              </a:spcAft>
              <a:buNone/>
              <a:defRPr b="0" lang="en-US" sz="1600" strike="noStrike" u="none">
                <a:solidFill>
                  <a:srgbClr val="1c7ddb"/>
                </a:solidFill>
                <a:uFillTx/>
                <a:latin typeface="Abadi"/>
              </a:defRPr>
            </a:lvl1pPr>
          </a:lstStyle>
          <a:p>
            <a:pPr indent="0" algn="r" defTabSz="914400">
              <a:lnSpc>
                <a:spcPct val="100000"/>
              </a:lnSpc>
              <a:spcAft>
                <a:spcPts val="601"/>
              </a:spcAft>
              <a:buNone/>
            </a:pPr>
            <a:fld id="{D977488D-E339-4D28-9468-09280E33B4A2}" type="slidenum">
              <a:rPr b="0" lang="en-US" sz="1600" strike="noStrike" u="none">
                <a:solidFill>
                  <a:srgbClr val="1c7ddb"/>
                </a:solidFill>
                <a:uFillTx/>
                <a:latin typeface="Abadi"/>
              </a:rPr>
              <a:t>4</a:t>
            </a:fld>
            <a:endParaRPr b="0" lang="pl-PL" sz="1600" strike="noStrike" u="none">
              <a:solidFill>
                <a:srgbClr val="000000"/>
              </a:solidFill>
              <a:uFillTx/>
              <a:latin typeface="Times New Roman"/>
            </a:endParaRPr>
          </a:p>
        </p:txBody>
      </p:sp>
      <p:sp>
        <p:nvSpPr>
          <p:cNvPr id="89" name="Title 1"/>
          <p:cNvSpPr/>
          <p:nvPr/>
        </p:nvSpPr>
        <p:spPr>
          <a:xfrm>
            <a:off x="828000" y="538560"/>
            <a:ext cx="105296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Introduction</a:t>
            </a:r>
            <a:endParaRPr b="0" lang="pl-PL" sz="4000" strike="noStrike" u="none">
              <a:solidFill>
                <a:srgbClr val="000000"/>
              </a:solidFill>
              <a:uFillTx/>
              <a:latin typeface="Arial"/>
            </a:endParaRPr>
          </a:p>
        </p:txBody>
      </p:sp>
      <p:sp>
        <p:nvSpPr>
          <p:cNvPr id="90" name=""/>
          <p:cNvSpPr txBox="1"/>
          <p:nvPr/>
        </p:nvSpPr>
        <p:spPr>
          <a:xfrm>
            <a:off x="812520" y="1800000"/>
            <a:ext cx="10131480" cy="4140000"/>
          </a:xfrm>
          <a:prstGeom prst="rect">
            <a:avLst/>
          </a:prstGeom>
          <a:noFill/>
          <a:ln w="0">
            <a:noFill/>
          </a:ln>
        </p:spPr>
        <p:txBody>
          <a:bodyPr lIns="90000" rIns="90000" tIns="45000" bIns="45000" anchor="t">
            <a:noAutofit/>
          </a:bodyPr>
          <a:p>
            <a:r>
              <a:rPr b="0" lang="pl-PL" sz="1800" strike="noStrike" u="none">
                <a:solidFill>
                  <a:srgbClr val="000000"/>
                </a:solidFill>
                <a:uFillTx/>
                <a:latin typeface="Abadi"/>
              </a:rPr>
              <a:t>SpaceX has revolutionized space exploration by developing reusable rockets and reducing launch costs. Understanding the factors that influence the success of launches is critical for mission planning, risk management, and continuous improvement of rocket technology. By analyzing historical launch data, we can identify patterns and insights that help improve future mission outcomes.</a:t>
            </a:r>
            <a:endParaRPr b="0" lang="pl-PL" sz="1800" strike="noStrike" u="none">
              <a:solidFill>
                <a:srgbClr val="000000"/>
              </a:solidFill>
              <a:uFillTx/>
              <a:latin typeface="Abadi"/>
            </a:endParaRPr>
          </a:p>
          <a:p>
            <a:endParaRPr b="0" lang="pl-PL" sz="1800" strike="noStrike" u="none">
              <a:solidFill>
                <a:srgbClr val="000000"/>
              </a:solidFill>
              <a:uFillTx/>
              <a:latin typeface="Abadi"/>
            </a:endParaRPr>
          </a:p>
          <a:p>
            <a:r>
              <a:rPr b="0" lang="pl-PL" sz="1800" strike="noStrike" u="none">
                <a:solidFill>
                  <a:srgbClr val="000000"/>
                </a:solidFill>
                <a:uFillTx/>
                <a:latin typeface="Abadi"/>
              </a:rPr>
              <a:t>Problems We Want to Find Answers To:</a:t>
            </a:r>
            <a:endParaRPr b="0" lang="pl-PL" sz="1800" strike="noStrike" u="none">
              <a:solidFill>
                <a:srgbClr val="000000"/>
              </a:solidFill>
              <a:uFillTx/>
              <a:latin typeface="Abadi"/>
            </a:endParaRPr>
          </a:p>
          <a:p>
            <a:pPr marL="216000" indent="-216000">
              <a:buClr>
                <a:srgbClr val="000000"/>
              </a:buClr>
              <a:buSzPct val="45000"/>
              <a:buFont typeface="Wingdings" charset="2"/>
              <a:buChar char=""/>
            </a:pPr>
            <a:r>
              <a:rPr b="0" lang="pl-PL" sz="1800" strike="noStrike" u="none">
                <a:solidFill>
                  <a:srgbClr val="000000"/>
                </a:solidFill>
                <a:uFillTx/>
                <a:latin typeface="Abadi"/>
              </a:rPr>
              <a:t>Which factors most strongly influence the success or failure of a SpaceX launch?</a:t>
            </a:r>
            <a:endParaRPr b="0" lang="pl-PL" sz="1800" strike="noStrike" u="none">
              <a:solidFill>
                <a:srgbClr val="000000"/>
              </a:solidFill>
              <a:uFillTx/>
              <a:latin typeface="Abadi"/>
            </a:endParaRPr>
          </a:p>
          <a:p>
            <a:pPr marL="216000" indent="-216000">
              <a:buClr>
                <a:srgbClr val="000000"/>
              </a:buClr>
              <a:buSzPct val="45000"/>
              <a:buFont typeface="Wingdings" charset="2"/>
              <a:buChar char=""/>
            </a:pPr>
            <a:r>
              <a:rPr b="0" lang="pl-PL" sz="1800" strike="noStrike" u="none">
                <a:solidFill>
                  <a:srgbClr val="000000"/>
                </a:solidFill>
                <a:uFillTx/>
                <a:latin typeface="Abadi"/>
              </a:rPr>
              <a:t>Can we predict the outcome of a launch based on available data?</a:t>
            </a:r>
            <a:endParaRPr b="0" lang="pl-PL" sz="1800" strike="noStrike" u="none">
              <a:solidFill>
                <a:srgbClr val="000000"/>
              </a:solidFill>
              <a:uFillTx/>
              <a:latin typeface="Abadi"/>
            </a:endParaRPr>
          </a:p>
          <a:p>
            <a:pPr marL="216000" indent="-216000">
              <a:buClr>
                <a:srgbClr val="000000"/>
              </a:buClr>
              <a:buSzPct val="45000"/>
              <a:buFont typeface="Wingdings" charset="2"/>
              <a:buChar char=""/>
            </a:pPr>
            <a:r>
              <a:rPr b="0" lang="pl-PL" sz="1800" strike="noStrike" u="none">
                <a:solidFill>
                  <a:srgbClr val="000000"/>
                </a:solidFill>
                <a:uFillTx/>
                <a:latin typeface="Abadi"/>
              </a:rPr>
              <a:t>How can data-driven insights help optimize mission planning and reduce risk?</a:t>
            </a:r>
            <a:endParaRPr b="0" lang="pl-PL" sz="1800" strike="noStrike" u="none">
              <a:solidFill>
                <a:srgbClr val="000000"/>
              </a:solidFill>
              <a:uFillTx/>
              <a:latin typeface="Abadi"/>
            </a:endParaRPr>
          </a:p>
          <a:p>
            <a:pPr marL="216000" indent="-216000">
              <a:buClr>
                <a:srgbClr val="000000"/>
              </a:buClr>
              <a:buSzPct val="45000"/>
              <a:buFont typeface="Wingdings" charset="2"/>
              <a:buChar char=""/>
            </a:pPr>
            <a:r>
              <a:rPr b="0" lang="pl-PL" sz="1800" strike="noStrike" u="none">
                <a:solidFill>
                  <a:srgbClr val="000000"/>
                </a:solidFill>
                <a:uFillTx/>
                <a:latin typeface="Abadi"/>
              </a:rPr>
              <a:t>Are there trends or patterns in launch outcomes over time or by rocket type?</a:t>
            </a:r>
            <a:endParaRPr b="0" lang="pl-PL" sz="1800" strike="noStrike" u="none">
              <a:solidFill>
                <a:srgbClr val="000000"/>
              </a:solidFill>
              <a:uFillTx/>
              <a:latin typeface="Abadi"/>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91" name="PlaceHolder 1"/>
          <p:cNvSpPr>
            <a:spLocks noGrp="1"/>
          </p:cNvSpPr>
          <p:nvPr>
            <p:ph type="sldNum" idx="40"/>
          </p:nvPr>
        </p:nvSpPr>
        <p:spPr>
          <a:xfrm>
            <a:off x="944892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600" strike="noStrike" u="none">
                <a:solidFill>
                  <a:srgbClr val="1c7ddb"/>
                </a:solidFill>
                <a:uFillTx/>
                <a:latin typeface="Abadi"/>
              </a:defRPr>
            </a:lvl1pPr>
          </a:lstStyle>
          <a:p>
            <a:pPr indent="0" algn="r" defTabSz="914400">
              <a:lnSpc>
                <a:spcPct val="100000"/>
              </a:lnSpc>
              <a:buNone/>
            </a:pPr>
            <a:fld id="{C9FBD837-C1D4-4ADC-BE0D-C050C88D43D9}" type="slidenum">
              <a:rPr b="0" lang="en-US" sz="1600" strike="noStrike" u="none">
                <a:solidFill>
                  <a:srgbClr val="1c7ddb"/>
                </a:solidFill>
                <a:uFillTx/>
                <a:latin typeface="Abadi"/>
              </a:rPr>
              <a:t>4</a:t>
            </a:fld>
            <a:endParaRPr b="0" lang="pl-PL" sz="1600" strike="noStrike" u="none">
              <a:solidFill>
                <a:srgbClr val="ffffff"/>
              </a:solidFill>
              <a:uFillTx/>
              <a:latin typeface="Times New Roman"/>
            </a:endParaRPr>
          </a:p>
        </p:txBody>
      </p:sp>
      <p:sp>
        <p:nvSpPr>
          <p:cNvPr id="92" name="TextBox 1"/>
          <p:cNvSpPr/>
          <p:nvPr/>
        </p:nvSpPr>
        <p:spPr>
          <a:xfrm>
            <a:off x="778320" y="2812680"/>
            <a:ext cx="1032120" cy="363960"/>
          </a:xfrm>
          <a:prstGeom prst="rect">
            <a:avLst/>
          </a:prstGeom>
          <a:solidFill>
            <a:srgbClr val="0948cb"/>
          </a:solid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trike="noStrike" u="none">
                <a:solidFill>
                  <a:schemeClr val="lt1"/>
                </a:solidFill>
                <a:uFillTx/>
                <a:latin typeface="Calibri"/>
              </a:rPr>
              <a:t>Section 1</a:t>
            </a:r>
            <a:endParaRPr b="0" lang="pl-PL" sz="1800" strike="noStrike" u="none">
              <a:solidFill>
                <a:srgbClr val="ffffff"/>
              </a:solidFill>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93" name="Content Placeholder 2"/>
          <p:cNvSpPr/>
          <p:nvPr/>
        </p:nvSpPr>
        <p:spPr>
          <a:xfrm>
            <a:off x="770040" y="1580760"/>
            <a:ext cx="10104480" cy="5211360"/>
          </a:xfrm>
          <a:prstGeom prst="rect">
            <a:avLst/>
          </a:prstGeom>
          <a:noFill/>
          <a:ln w="0">
            <a:noFill/>
          </a:ln>
        </p:spPr>
        <p:style>
          <a:lnRef idx="0"/>
          <a:fillRef idx="0"/>
          <a:effectRef idx="0"/>
          <a:fontRef idx="minor"/>
        </p:style>
        <p:txBody>
          <a:bodyPr anchor="t">
            <a:normAutofit/>
          </a:bodyPr>
          <a:p>
            <a:pPr marL="216000" indent="-216000" defTabSz="914400">
              <a:lnSpc>
                <a:spcPct val="120000"/>
              </a:lnSpc>
              <a:spcBef>
                <a:spcPts val="1400"/>
              </a:spcBef>
              <a:buClr>
                <a:srgbClr val="000000"/>
              </a:buClr>
              <a:buSzPct val="45000"/>
              <a:buFont typeface="Wingdings" charset="2"/>
              <a:buChar char=""/>
              <a:tabLst>
                <a:tab algn="l" pos="0"/>
              </a:tabLst>
            </a:pPr>
            <a:r>
              <a:rPr b="0" lang="pl-PL" sz="1800" strike="noStrike" u="none">
                <a:solidFill>
                  <a:srgbClr val="000000"/>
                </a:solidFill>
                <a:uFillTx/>
                <a:latin typeface="Abadi"/>
              </a:rPr>
              <a:t>Executive Summary</a:t>
            </a:r>
            <a:endParaRPr b="0" lang="pl-PL" sz="1800" strike="noStrike" u="none">
              <a:solidFill>
                <a:srgbClr val="000000"/>
              </a:solidFill>
              <a:uFillTx/>
              <a:latin typeface="Abadi"/>
            </a:endParaRPr>
          </a:p>
          <a:p>
            <a:pPr marL="216000" indent="-216000" defTabSz="914400">
              <a:lnSpc>
                <a:spcPct val="120000"/>
              </a:lnSpc>
              <a:spcBef>
                <a:spcPts val="1400"/>
              </a:spcBef>
              <a:buClr>
                <a:srgbClr val="000000"/>
              </a:buClr>
              <a:buSzPct val="45000"/>
              <a:buFont typeface="Wingdings" charset="2"/>
              <a:buChar char=""/>
              <a:tabLst>
                <a:tab algn="l" pos="0"/>
              </a:tabLst>
            </a:pPr>
            <a:r>
              <a:rPr b="0" lang="pl-PL" sz="1800" strike="noStrike" u="none">
                <a:solidFill>
                  <a:srgbClr val="000000"/>
                </a:solidFill>
                <a:uFillTx/>
                <a:latin typeface="Abadi"/>
              </a:rPr>
              <a:t>Data collection methodology:</a:t>
            </a:r>
            <a:br>
              <a:rPr sz="1800"/>
            </a:br>
            <a:r>
              <a:rPr b="0" lang="pl-PL" sz="1800" strike="noStrike" u="none">
                <a:solidFill>
                  <a:srgbClr val="000000"/>
                </a:solidFill>
                <a:uFillTx/>
                <a:latin typeface="Abadi"/>
              </a:rPr>
              <a:t>Data was collected from CSV file available in IBM Cloud Platform</a:t>
            </a:r>
            <a:endParaRPr b="0" lang="pl-PL" sz="1800" strike="noStrike" u="none">
              <a:solidFill>
                <a:srgbClr val="000000"/>
              </a:solidFill>
              <a:uFillTx/>
              <a:latin typeface="Abadi"/>
            </a:endParaRPr>
          </a:p>
          <a:p>
            <a:pPr marL="216000" indent="-216000" defTabSz="914400">
              <a:lnSpc>
                <a:spcPct val="120000"/>
              </a:lnSpc>
              <a:spcBef>
                <a:spcPts val="1400"/>
              </a:spcBef>
              <a:buClr>
                <a:srgbClr val="000000"/>
              </a:buClr>
              <a:buSzPct val="45000"/>
              <a:buFont typeface="Wingdings" charset="2"/>
              <a:buChar char=""/>
              <a:tabLst>
                <a:tab algn="l" pos="0"/>
              </a:tabLst>
            </a:pPr>
            <a:r>
              <a:rPr b="0" lang="pl-PL" sz="1800" strike="noStrike" u="none">
                <a:solidFill>
                  <a:srgbClr val="000000"/>
                </a:solidFill>
                <a:uFillTx/>
                <a:latin typeface="Abadi"/>
              </a:rPr>
              <a:t>Perform data wrangling</a:t>
            </a:r>
            <a:br>
              <a:rPr sz="1800"/>
            </a:br>
            <a:r>
              <a:rPr b="0" lang="pl-PL" sz="1800" strike="noStrike" u="none">
                <a:solidFill>
                  <a:srgbClr val="000000"/>
                </a:solidFill>
                <a:uFillTx/>
                <a:latin typeface="Abadi"/>
              </a:rPr>
              <a:t>The data was cleaned, encoded, and scaled, with SQL used for extraction and visualization applied to identify patterns before modeling.</a:t>
            </a:r>
            <a:endParaRPr b="0" lang="pl-PL" sz="1800" strike="noStrike" u="none">
              <a:solidFill>
                <a:srgbClr val="000000"/>
              </a:solidFill>
              <a:uFillTx/>
              <a:latin typeface="Abadi"/>
            </a:endParaRPr>
          </a:p>
          <a:p>
            <a:pPr marL="216000" indent="-216000" defTabSz="914400">
              <a:lnSpc>
                <a:spcPct val="120000"/>
              </a:lnSpc>
              <a:spcBef>
                <a:spcPts val="1400"/>
              </a:spcBef>
              <a:buClr>
                <a:srgbClr val="000000"/>
              </a:buClr>
              <a:buSzPct val="45000"/>
              <a:buFont typeface="Wingdings" charset="2"/>
              <a:buChar char=""/>
              <a:tabLst>
                <a:tab algn="l" pos="0"/>
              </a:tabLst>
            </a:pPr>
            <a:r>
              <a:rPr b="0" lang="pl-PL" sz="1800" strike="noStrike" u="none">
                <a:solidFill>
                  <a:srgbClr val="000000"/>
                </a:solidFill>
                <a:uFillTx/>
                <a:latin typeface="Abadi"/>
              </a:rPr>
              <a:t>Perform exploratory data analysis (EDA) using visualization and SQL</a:t>
            </a:r>
            <a:endParaRPr b="0" lang="pl-PL" sz="1800" strike="noStrike" u="none">
              <a:solidFill>
                <a:srgbClr val="000000"/>
              </a:solidFill>
              <a:uFillTx/>
              <a:latin typeface="Abadi"/>
            </a:endParaRPr>
          </a:p>
          <a:p>
            <a:pPr marL="216000" indent="-216000" defTabSz="914400">
              <a:lnSpc>
                <a:spcPct val="120000"/>
              </a:lnSpc>
              <a:spcBef>
                <a:spcPts val="1400"/>
              </a:spcBef>
              <a:buClr>
                <a:srgbClr val="000000"/>
              </a:buClr>
              <a:buSzPct val="45000"/>
              <a:buFont typeface="Wingdings" charset="2"/>
              <a:buChar char=""/>
              <a:tabLst>
                <a:tab algn="l" pos="0"/>
              </a:tabLst>
            </a:pPr>
            <a:r>
              <a:rPr b="0" lang="pl-PL" sz="1800" strike="noStrike" u="none">
                <a:solidFill>
                  <a:srgbClr val="000000"/>
                </a:solidFill>
                <a:uFillTx/>
                <a:latin typeface="Abadi"/>
              </a:rPr>
              <a:t>Perform interactive visual analytics using Folium and Plotly Dash</a:t>
            </a:r>
            <a:endParaRPr b="0" lang="pl-PL" sz="1800" strike="noStrike" u="none">
              <a:solidFill>
                <a:srgbClr val="000000"/>
              </a:solidFill>
              <a:uFillTx/>
              <a:latin typeface="Abadi"/>
            </a:endParaRPr>
          </a:p>
          <a:p>
            <a:pPr marL="216000" indent="-216000" defTabSz="914400">
              <a:lnSpc>
                <a:spcPct val="120000"/>
              </a:lnSpc>
              <a:spcBef>
                <a:spcPts val="1400"/>
              </a:spcBef>
              <a:buClr>
                <a:srgbClr val="000000"/>
              </a:buClr>
              <a:buSzPct val="45000"/>
              <a:buFont typeface="Wingdings" charset="2"/>
              <a:buChar char=""/>
              <a:tabLst>
                <a:tab algn="l" pos="0"/>
              </a:tabLst>
            </a:pPr>
            <a:r>
              <a:rPr b="0" lang="pl-PL" sz="1800" strike="noStrike" u="none">
                <a:solidFill>
                  <a:srgbClr val="000000"/>
                </a:solidFill>
                <a:uFillTx/>
                <a:latin typeface="Abadi"/>
              </a:rPr>
              <a:t>Perform predictive analysis using classification models</a:t>
            </a:r>
            <a:br>
              <a:rPr sz="1800"/>
            </a:br>
            <a:r>
              <a:rPr b="0" lang="pl-PL" sz="1800" strike="noStrike" u="none">
                <a:solidFill>
                  <a:srgbClr val="000000"/>
                </a:solidFill>
                <a:uFillTx/>
                <a:latin typeface="Abadi"/>
              </a:rPr>
              <a:t>Build classification models by selecting features and algorithms, tune hyperparameters with cross-validation, and evaluate performance using accuracy.</a:t>
            </a:r>
            <a:endParaRPr b="0" lang="pl-PL" sz="1800" strike="noStrike" u="none">
              <a:solidFill>
                <a:srgbClr val="000000"/>
              </a:solidFill>
              <a:uFillTx/>
              <a:latin typeface="Abadi"/>
            </a:endParaRPr>
          </a:p>
        </p:txBody>
      </p:sp>
      <p:sp>
        <p:nvSpPr>
          <p:cNvPr id="94"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Methodology</a:t>
            </a:r>
            <a:endParaRPr b="0" lang="pl-PL" sz="4000" strike="noStrike" u="none">
              <a:solidFill>
                <a:srgbClr val="000000"/>
              </a:solidFill>
              <a:uFillTx/>
              <a:latin typeface="Arial"/>
            </a:endParaRPr>
          </a:p>
        </p:txBody>
      </p:sp>
      <p:sp>
        <p:nvSpPr>
          <p:cNvPr id="2" name="PlaceHolder 1"/>
          <p:cNvSpPr>
            <a:spLocks noGrp="1"/>
          </p:cNvSpPr>
          <p:nvPr>
            <p:ph type="sldNum" idx="1"/>
          </p:nvPr>
        </p:nvSpPr>
        <p:spPr/>
        <p:txBody>
          <a:bodyPr/>
          <a:p>
            <a:fld id="{424C5478-F654-405B-B990-E2B304949D69}" type="slidenum">
              <a:t>6</a:t>
            </a:fld>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95" name="PlaceHolder 1"/>
          <p:cNvSpPr>
            <a:spLocks noGrp="1"/>
          </p:cNvSpPr>
          <p:nvPr>
            <p:ph/>
          </p:nvPr>
        </p:nvSpPr>
        <p:spPr>
          <a:xfrm>
            <a:off x="770040" y="1825560"/>
            <a:ext cx="10515240" cy="1054440"/>
          </a:xfrm>
          <a:prstGeom prst="rect">
            <a:avLst/>
          </a:prstGeom>
          <a:noFill/>
          <a:ln w="0">
            <a:noFill/>
          </a:ln>
        </p:spPr>
        <p:txBody>
          <a:bodyPr lIns="90000" rIns="90000" tIns="45000" bIns="45000" anchor="t">
            <a:noAutofit/>
          </a:bodyPr>
          <a:p>
            <a:pPr indent="0" defTabSz="914400">
              <a:lnSpc>
                <a:spcPct val="100000"/>
              </a:lnSpc>
              <a:spcBef>
                <a:spcPts val="1400"/>
              </a:spcBef>
              <a:buNone/>
            </a:pPr>
            <a:r>
              <a:rPr b="0" lang="en-US" sz="2200" strike="noStrike" u="none">
                <a:solidFill>
                  <a:schemeClr val="accent3">
                    <a:lumMod val="25000"/>
                  </a:schemeClr>
                </a:solidFill>
                <a:uFillTx/>
                <a:latin typeface="Abadi"/>
              </a:rPr>
              <a:t>Data was downloaded from CSV file with pandas library. CSV file was available in IBM platform Cloud, initially provided by SpaceX company (shared publicly).</a:t>
            </a:r>
            <a:endParaRPr b="0" lang="en-US" sz="2200" strike="noStrike" u="none">
              <a:solidFill>
                <a:schemeClr val="dk1"/>
              </a:solidFill>
              <a:uFillTx/>
              <a:latin typeface="Calibri"/>
            </a:endParaRPr>
          </a:p>
          <a:p>
            <a:pPr indent="0" defTabSz="914400">
              <a:lnSpc>
                <a:spcPct val="100000"/>
              </a:lnSpc>
              <a:buNone/>
              <a:tabLst>
                <a:tab algn="l" pos="0"/>
              </a:tabLst>
            </a:pPr>
            <a:endParaRPr b="0" lang="en-US" sz="1800" strike="noStrike" u="none">
              <a:solidFill>
                <a:schemeClr val="dk1"/>
              </a:solidFill>
              <a:uFillTx/>
              <a:latin typeface="Calibri"/>
            </a:endParaRPr>
          </a:p>
        </p:txBody>
      </p:sp>
      <p:sp>
        <p:nvSpPr>
          <p:cNvPr id="96"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Data Collection</a:t>
            </a:r>
            <a:endParaRPr b="0" lang="pl-PL" sz="4000" strike="noStrike" u="none">
              <a:solidFill>
                <a:srgbClr val="000000"/>
              </a:solidFill>
              <a:uFillTx/>
              <a:latin typeface="Arial"/>
            </a:endParaRPr>
          </a:p>
        </p:txBody>
      </p:sp>
      <p:pic>
        <p:nvPicPr>
          <p:cNvPr id="97" name="" descr=""/>
          <p:cNvPicPr/>
          <p:nvPr/>
        </p:nvPicPr>
        <p:blipFill>
          <a:blip r:embed="rId2"/>
          <a:stretch/>
        </p:blipFill>
        <p:spPr>
          <a:xfrm>
            <a:off x="1458360" y="3240000"/>
            <a:ext cx="8981640" cy="2047680"/>
          </a:xfrm>
          <a:prstGeom prst="rect">
            <a:avLst/>
          </a:prstGeom>
          <a:noFill/>
          <a:ln w="0">
            <a:noFill/>
          </a:ln>
        </p:spPr>
      </p:pic>
      <p:sp>
        <p:nvSpPr>
          <p:cNvPr id="3" name="PlaceHolder 2"/>
          <p:cNvSpPr>
            <a:spLocks noGrp="1"/>
          </p:cNvSpPr>
          <p:nvPr>
            <p:ph type="sldNum" idx="1"/>
          </p:nvPr>
        </p:nvSpPr>
        <p:spPr/>
        <p:txBody>
          <a:bodyPr/>
          <a:p>
            <a:fld id="{5C1D8287-8914-4449-B60E-61DE4539AB21}" type="slidenum">
              <a:t>7</a:t>
            </a:fld>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98"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Data Collection – SpaceX API</a:t>
            </a:r>
            <a:endParaRPr b="0" lang="pl-PL" sz="4000" strike="noStrike" u="none">
              <a:solidFill>
                <a:srgbClr val="000000"/>
              </a:solidFill>
              <a:uFillTx/>
              <a:latin typeface="Arial"/>
            </a:endParaRPr>
          </a:p>
        </p:txBody>
      </p:sp>
      <p:sp>
        <p:nvSpPr>
          <p:cNvPr id="99" name=""/>
          <p:cNvSpPr/>
          <p:nvPr/>
        </p:nvSpPr>
        <p:spPr>
          <a:xfrm>
            <a:off x="3240000" y="1584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Make GET request https://api.spacexdata.com/v4/launches/past</a:t>
            </a:r>
            <a:endParaRPr b="0" lang="pl-PL" sz="1800" strike="noStrike" u="none">
              <a:solidFill>
                <a:srgbClr val="000000"/>
              </a:solidFill>
              <a:uFillTx/>
              <a:latin typeface="Arial"/>
            </a:endParaRPr>
          </a:p>
        </p:txBody>
      </p:sp>
      <p:sp>
        <p:nvSpPr>
          <p:cNvPr id="100" name=""/>
          <p:cNvSpPr/>
          <p:nvPr/>
        </p:nvSpPr>
        <p:spPr>
          <a:xfrm>
            <a:off x="3240000" y="3024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Receive JSON response with launch data</a:t>
            </a:r>
            <a:endParaRPr b="0" lang="pl-PL" sz="1800" strike="noStrike" u="none">
              <a:solidFill>
                <a:srgbClr val="000000"/>
              </a:solidFill>
              <a:uFillTx/>
              <a:latin typeface="Abadi"/>
            </a:endParaRPr>
          </a:p>
        </p:txBody>
      </p:sp>
      <p:sp>
        <p:nvSpPr>
          <p:cNvPr id="101" name=""/>
          <p:cNvSpPr/>
          <p:nvPr/>
        </p:nvSpPr>
        <p:spPr>
          <a:xfrm>
            <a:off x="3240000" y="4464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Parse JSON and store in DataFrame</a:t>
            </a:r>
            <a:endParaRPr b="0" lang="pl-PL" sz="1800" strike="noStrike" u="none">
              <a:solidFill>
                <a:srgbClr val="000000"/>
              </a:solidFill>
              <a:uFillTx/>
              <a:latin typeface="Abadi"/>
            </a:endParaRPr>
          </a:p>
        </p:txBody>
      </p:sp>
      <p:sp>
        <p:nvSpPr>
          <p:cNvPr id="102" name=""/>
          <p:cNvSpPr/>
          <p:nvPr/>
        </p:nvSpPr>
        <p:spPr>
          <a:xfrm>
            <a:off x="5940000" y="2304000"/>
            <a:ext cx="0" cy="720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03" name=""/>
          <p:cNvSpPr/>
          <p:nvPr/>
        </p:nvSpPr>
        <p:spPr>
          <a:xfrm>
            <a:off x="5940000" y="3744000"/>
            <a:ext cx="0" cy="720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04" name=""/>
          <p:cNvSpPr txBox="1"/>
          <p:nvPr/>
        </p:nvSpPr>
        <p:spPr>
          <a:xfrm>
            <a:off x="720000" y="5508000"/>
            <a:ext cx="4500000" cy="602640"/>
          </a:xfrm>
          <a:prstGeom prst="rect">
            <a:avLst/>
          </a:prstGeom>
          <a:noFill/>
          <a:ln w="0">
            <a:noFill/>
          </a:ln>
        </p:spPr>
        <p:txBody>
          <a:bodyPr lIns="90000" rIns="90000" tIns="45000" bIns="45000" anchor="t">
            <a:noAutofit/>
          </a:bodyPr>
          <a:p>
            <a:r>
              <a:rPr b="0" lang="pl-PL" sz="1800" strike="noStrike" u="none">
                <a:solidFill>
                  <a:srgbClr val="000000"/>
                </a:solidFill>
                <a:uFillTx/>
                <a:latin typeface="Arial"/>
                <a:hlinkClick r:id="rId2"/>
              </a:rPr>
              <a:t>Data Collection API - link to notebook</a:t>
            </a:r>
            <a:endParaRPr b="0" lang="pl-PL" sz="1800" strike="noStrike" u="none">
              <a:solidFill>
                <a:srgbClr val="000000"/>
              </a:solidFill>
              <a:uFillTx/>
              <a:latin typeface="Arial"/>
            </a:endParaRPr>
          </a:p>
        </p:txBody>
      </p:sp>
      <p:sp>
        <p:nvSpPr>
          <p:cNvPr id="2" name="PlaceHolder 1"/>
          <p:cNvSpPr>
            <a:spLocks noGrp="1"/>
          </p:cNvSpPr>
          <p:nvPr>
            <p:ph type="sldNum" idx="1"/>
          </p:nvPr>
        </p:nvSpPr>
        <p:spPr/>
        <p:txBody>
          <a:bodyPr/>
          <a:p>
            <a:fld id="{6A754B0F-D9C4-4EDA-AEE6-0F7EA5D9A781}" type="slidenum">
              <a:t>8</a:t>
            </a:fld>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05"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a:bodyPr>
          <a:p>
            <a:pPr defTabSz="914400">
              <a:lnSpc>
                <a:spcPct val="90000"/>
              </a:lnSpc>
            </a:pPr>
            <a:endParaRPr b="0" lang="en-US" sz="4000" strike="noStrike" u="none">
              <a:solidFill>
                <a:srgbClr val="1c7ddb"/>
              </a:solidFill>
              <a:uFillTx/>
              <a:latin typeface="Abadi"/>
              <a:ea typeface="IBM Plex Mono SemiBold"/>
            </a:endParaRPr>
          </a:p>
        </p:txBody>
      </p:sp>
      <p:sp>
        <p:nvSpPr>
          <p:cNvPr id="106" name="Title 1"/>
          <p:cNvSpPr/>
          <p:nvPr/>
        </p:nvSpPr>
        <p:spPr>
          <a:xfrm>
            <a:off x="922320" y="69120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Data Collection - Scraping</a:t>
            </a:r>
            <a:endParaRPr b="0" lang="pl-PL" sz="4000" strike="noStrike" u="none">
              <a:solidFill>
                <a:srgbClr val="000000"/>
              </a:solidFill>
              <a:uFillTx/>
              <a:latin typeface="Arial"/>
            </a:endParaRPr>
          </a:p>
        </p:txBody>
      </p:sp>
      <p:sp>
        <p:nvSpPr>
          <p:cNvPr id="107" name=""/>
          <p:cNvSpPr/>
          <p:nvPr/>
        </p:nvSpPr>
        <p:spPr>
          <a:xfrm>
            <a:off x="720000" y="1620000"/>
            <a:ext cx="1044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500" strike="noStrike" u="none">
                <a:solidFill>
                  <a:srgbClr val="000000"/>
                </a:solidFill>
                <a:uFillTx/>
                <a:latin typeface="Abadi"/>
              </a:rPr>
              <a:t>Make GET request to Wikipedia</a:t>
            </a:r>
            <a:br>
              <a:rPr sz="1500"/>
            </a:br>
            <a:r>
              <a:rPr b="0" lang="pl-PL" sz="1500" strike="noStrike" u="none">
                <a:solidFill>
                  <a:srgbClr val="000000"/>
                </a:solidFill>
                <a:uFillTx/>
                <a:latin typeface="Abadi"/>
              </a:rPr>
              <a:t>https://en.wikipedia.org/w/index.php?title=List_of_Falcon_9_and_Falcon_Heavy_launches&amp;oldid=1027686922</a:t>
            </a:r>
            <a:endParaRPr b="0" lang="pl-PL" sz="1500" strike="noStrike" u="none">
              <a:solidFill>
                <a:srgbClr val="000000"/>
              </a:solidFill>
              <a:uFillTx/>
              <a:latin typeface="Arial"/>
            </a:endParaRPr>
          </a:p>
        </p:txBody>
      </p:sp>
      <p:sp>
        <p:nvSpPr>
          <p:cNvPr id="108" name=""/>
          <p:cNvSpPr/>
          <p:nvPr/>
        </p:nvSpPr>
        <p:spPr>
          <a:xfrm>
            <a:off x="3132000" y="2880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Parse table with BeautifulSoup library</a:t>
            </a:r>
            <a:endParaRPr b="0" lang="pl-PL" sz="1800" strike="noStrike" u="none">
              <a:solidFill>
                <a:srgbClr val="000000"/>
              </a:solidFill>
              <a:uFillTx/>
              <a:latin typeface="Abadi"/>
            </a:endParaRPr>
          </a:p>
        </p:txBody>
      </p:sp>
      <p:sp>
        <p:nvSpPr>
          <p:cNvPr id="109" name=""/>
          <p:cNvSpPr/>
          <p:nvPr/>
        </p:nvSpPr>
        <p:spPr>
          <a:xfrm>
            <a:off x="3154680" y="433836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Store parsed result into Pandas DataFrame</a:t>
            </a:r>
            <a:endParaRPr b="0" lang="pl-PL" sz="1800" strike="noStrike" u="none">
              <a:solidFill>
                <a:srgbClr val="000000"/>
              </a:solidFill>
              <a:uFillTx/>
              <a:latin typeface="Abadi"/>
            </a:endParaRPr>
          </a:p>
        </p:txBody>
      </p:sp>
      <p:sp>
        <p:nvSpPr>
          <p:cNvPr id="110" name=""/>
          <p:cNvSpPr/>
          <p:nvPr/>
        </p:nvSpPr>
        <p:spPr>
          <a:xfrm>
            <a:off x="5760000" y="2340000"/>
            <a:ext cx="0" cy="540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11" name=""/>
          <p:cNvSpPr/>
          <p:nvPr/>
        </p:nvSpPr>
        <p:spPr>
          <a:xfrm>
            <a:off x="5760000" y="3600000"/>
            <a:ext cx="0" cy="720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12" name=""/>
          <p:cNvSpPr txBox="1"/>
          <p:nvPr/>
        </p:nvSpPr>
        <p:spPr>
          <a:xfrm>
            <a:off x="900000" y="5580000"/>
            <a:ext cx="4860000" cy="427320"/>
          </a:xfrm>
          <a:prstGeom prst="rect">
            <a:avLst/>
          </a:prstGeom>
          <a:noFill/>
          <a:ln w="0">
            <a:noFill/>
          </a:ln>
        </p:spPr>
        <p:txBody>
          <a:bodyPr lIns="90000" rIns="90000" tIns="45000" bIns="45000" anchor="t">
            <a:noAutofit/>
          </a:bodyPr>
          <a:p>
            <a:r>
              <a:rPr b="0" lang="pl-PL" sz="2400" strike="noStrike" u="none">
                <a:solidFill>
                  <a:srgbClr val="000000"/>
                </a:solidFill>
                <a:uFillTx/>
                <a:latin typeface="Times New Roman"/>
                <a:hlinkClick r:id="rId2"/>
              </a:rPr>
              <a:t>Data Collection WebScraping - link</a:t>
            </a:r>
            <a:endParaRPr b="0" lang="pl-PL" sz="2400" strike="noStrike" u="none">
              <a:solidFill>
                <a:srgbClr val="000000"/>
              </a:solidFill>
              <a:uFillTx/>
              <a:latin typeface="Times New Roman"/>
            </a:endParaRPr>
          </a:p>
        </p:txBody>
      </p:sp>
      <p:sp>
        <p:nvSpPr>
          <p:cNvPr id="2" name="PlaceHolder 1"/>
          <p:cNvSpPr>
            <a:spLocks noGrp="1"/>
          </p:cNvSpPr>
          <p:nvPr>
            <p:ph type="sldNum" idx="1"/>
          </p:nvPr>
        </p:nvSpPr>
        <p:spPr/>
        <p:txBody>
          <a:bodyPr/>
          <a:p>
            <a:fld id="{83BAEB69-4876-4CDF-B201-1AF5B3DC58F9}" type="slidenum">
              <a:t>9</a:t>
            </a:fld>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13" name="Title 2"/>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Data Wrangling</a:t>
            </a:r>
            <a:endParaRPr b="0" lang="pl-PL" sz="4000" strike="noStrike" u="none">
              <a:solidFill>
                <a:srgbClr val="000000"/>
              </a:solidFill>
              <a:uFillTx/>
              <a:latin typeface="Arial"/>
            </a:endParaRPr>
          </a:p>
        </p:txBody>
      </p:sp>
      <p:sp>
        <p:nvSpPr>
          <p:cNvPr id="114" name=""/>
          <p:cNvSpPr/>
          <p:nvPr/>
        </p:nvSpPr>
        <p:spPr>
          <a:xfrm>
            <a:off x="3240000" y="1584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Filter the dataframe</a:t>
            </a:r>
            <a:br>
              <a:rPr sz="1800"/>
            </a:br>
            <a:r>
              <a:rPr b="0" lang="pl-PL" sz="1800" strike="noStrike" u="none">
                <a:solidFill>
                  <a:srgbClr val="000000"/>
                </a:solidFill>
                <a:uFillTx/>
                <a:latin typeface="Abadi"/>
              </a:rPr>
              <a:t>include only Falcon 9 launches</a:t>
            </a:r>
            <a:endParaRPr b="0" lang="pl-PL" sz="1800" strike="noStrike" u="none">
              <a:solidFill>
                <a:srgbClr val="000000"/>
              </a:solidFill>
              <a:uFillTx/>
              <a:latin typeface="Arial"/>
            </a:endParaRPr>
          </a:p>
        </p:txBody>
      </p:sp>
      <p:sp>
        <p:nvSpPr>
          <p:cNvPr id="115" name=""/>
          <p:cNvSpPr/>
          <p:nvPr/>
        </p:nvSpPr>
        <p:spPr>
          <a:xfrm>
            <a:off x="3240000" y="2520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Cleaning and preparing data</a:t>
            </a:r>
            <a:br>
              <a:rPr sz="1800"/>
            </a:br>
            <a:r>
              <a:rPr b="0" lang="pl-PL" sz="1800" strike="noStrike" u="none">
                <a:solidFill>
                  <a:srgbClr val="000000"/>
                </a:solidFill>
                <a:uFillTx/>
                <a:latin typeface="Abadi"/>
              </a:rPr>
              <a:t>strip strings, formatting numbers, dates</a:t>
            </a:r>
            <a:endParaRPr b="0" lang="pl-PL" sz="1800" strike="noStrike" u="none">
              <a:solidFill>
                <a:srgbClr val="000000"/>
              </a:solidFill>
              <a:uFillTx/>
              <a:latin typeface="Abadi"/>
            </a:endParaRPr>
          </a:p>
        </p:txBody>
      </p:sp>
      <p:sp>
        <p:nvSpPr>
          <p:cNvPr id="116" name=""/>
          <p:cNvSpPr/>
          <p:nvPr/>
        </p:nvSpPr>
        <p:spPr>
          <a:xfrm>
            <a:off x="3240000" y="3420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Dealing with Missing Values</a:t>
            </a:r>
            <a:endParaRPr b="0" lang="pl-PL" sz="1800" strike="noStrike" u="none">
              <a:solidFill>
                <a:srgbClr val="000000"/>
              </a:solidFill>
              <a:uFillTx/>
              <a:latin typeface="Abadi"/>
            </a:endParaRPr>
          </a:p>
        </p:txBody>
      </p:sp>
      <p:sp>
        <p:nvSpPr>
          <p:cNvPr id="117" name=""/>
          <p:cNvSpPr/>
          <p:nvPr/>
        </p:nvSpPr>
        <p:spPr>
          <a:xfrm>
            <a:off x="5976000" y="2304000"/>
            <a:ext cx="0" cy="216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18" name=""/>
          <p:cNvSpPr/>
          <p:nvPr/>
        </p:nvSpPr>
        <p:spPr>
          <a:xfrm>
            <a:off x="3240000" y="4320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Initial exploratory analysis</a:t>
            </a:r>
            <a:endParaRPr b="0" lang="pl-PL" sz="1800" strike="noStrike" u="none">
              <a:solidFill>
                <a:srgbClr val="000000"/>
              </a:solidFill>
              <a:uFillTx/>
              <a:latin typeface="Abadi"/>
            </a:endParaRPr>
          </a:p>
        </p:txBody>
      </p:sp>
      <p:sp>
        <p:nvSpPr>
          <p:cNvPr id="119" name=""/>
          <p:cNvSpPr/>
          <p:nvPr/>
        </p:nvSpPr>
        <p:spPr>
          <a:xfrm>
            <a:off x="3240000" y="5220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Determine training labels</a:t>
            </a:r>
            <a:endParaRPr b="0" lang="pl-PL" sz="1800" strike="noStrike" u="none">
              <a:solidFill>
                <a:srgbClr val="000000"/>
              </a:solidFill>
              <a:uFillTx/>
              <a:latin typeface="Abadi"/>
            </a:endParaRPr>
          </a:p>
        </p:txBody>
      </p:sp>
      <p:sp>
        <p:nvSpPr>
          <p:cNvPr id="120" name=""/>
          <p:cNvSpPr/>
          <p:nvPr/>
        </p:nvSpPr>
        <p:spPr>
          <a:xfrm>
            <a:off x="5976000" y="3240000"/>
            <a:ext cx="0" cy="216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21" name=""/>
          <p:cNvSpPr/>
          <p:nvPr/>
        </p:nvSpPr>
        <p:spPr>
          <a:xfrm>
            <a:off x="5976000" y="4140000"/>
            <a:ext cx="0" cy="216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22" name=""/>
          <p:cNvSpPr/>
          <p:nvPr/>
        </p:nvSpPr>
        <p:spPr>
          <a:xfrm>
            <a:off x="5976000" y="5040000"/>
            <a:ext cx="0" cy="216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23" name=""/>
          <p:cNvSpPr txBox="1"/>
          <p:nvPr/>
        </p:nvSpPr>
        <p:spPr>
          <a:xfrm>
            <a:off x="650160" y="6120000"/>
            <a:ext cx="3129840" cy="456120"/>
          </a:xfrm>
          <a:prstGeom prst="rect">
            <a:avLst/>
          </a:prstGeom>
          <a:noFill/>
          <a:ln w="0">
            <a:noFill/>
          </a:ln>
        </p:spPr>
        <p:txBody>
          <a:bodyPr lIns="90000" rIns="90000" tIns="45000" bIns="45000" anchor="t">
            <a:noAutofit/>
          </a:bodyPr>
          <a:p>
            <a:r>
              <a:rPr b="0" lang="pl-PL" sz="2400" strike="noStrike" u="none">
                <a:solidFill>
                  <a:srgbClr val="000000"/>
                </a:solidFill>
                <a:uFillTx/>
                <a:latin typeface="Times New Roman"/>
                <a:hlinkClick r:id="rId2"/>
              </a:rPr>
              <a:t>Data wrangling - link</a:t>
            </a:r>
            <a:endParaRPr b="0" lang="pl-PL" sz="2400" strike="noStrike" u="none">
              <a:solidFill>
                <a:srgbClr val="000000"/>
              </a:solidFill>
              <a:uFillTx/>
              <a:latin typeface="Times New Roman"/>
            </a:endParaRPr>
          </a:p>
        </p:txBody>
      </p:sp>
      <p:sp>
        <p:nvSpPr>
          <p:cNvPr id="2" name="PlaceHolder 1"/>
          <p:cNvSpPr>
            <a:spLocks noGrp="1"/>
          </p:cNvSpPr>
          <p:nvPr>
            <p:ph type="sldNum" idx="1"/>
          </p:nvPr>
        </p:nvSpPr>
        <p:spPr/>
        <p:txBody>
          <a:bodyPr/>
          <a:p>
            <a:fld id="{B97AC69F-480E-43ED-B3AB-727470D467FB}" type="slidenum">
              <a:t>10</a:t>
            </a:fld>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24" name="PlaceHolder 1"/>
          <p:cNvSpPr>
            <a:spLocks noGrp="1"/>
          </p:cNvSpPr>
          <p:nvPr>
            <p:ph/>
          </p:nvPr>
        </p:nvSpPr>
        <p:spPr>
          <a:xfrm>
            <a:off x="770040" y="1825560"/>
            <a:ext cx="9745200" cy="3934440"/>
          </a:xfrm>
          <a:prstGeom prst="rect">
            <a:avLst/>
          </a:prstGeom>
          <a:noFill/>
          <a:ln w="0">
            <a:noFill/>
          </a:ln>
        </p:spPr>
        <p:txBody>
          <a:bodyPr lIns="91440" rIns="91440" tIns="45720" bIns="45720" anchor="t">
            <a:noAutofit/>
          </a:bodyPr>
          <a:p>
            <a:pPr marL="432000" indent="-324000" defTabSz="914400">
              <a:lnSpc>
                <a:spcPct val="100000"/>
              </a:lnSpc>
              <a:spcBef>
                <a:spcPts val="1400"/>
              </a:spcBef>
              <a:buClr>
                <a:srgbClr val="292929"/>
              </a:buClr>
              <a:buFont typeface="Wingdings" charset="2"/>
              <a:buChar char=""/>
            </a:pPr>
            <a:r>
              <a:rPr b="0" lang="en-US" sz="2200" strike="noStrike" u="none">
                <a:solidFill>
                  <a:schemeClr val="accent3">
                    <a:lumMod val="25000"/>
                  </a:schemeClr>
                </a:solidFill>
                <a:uFillTx/>
                <a:latin typeface="Abadi"/>
              </a:rPr>
              <a:t>Scatter plots show result of mission (success or fail) depending on:</a:t>
            </a:r>
            <a:endParaRPr b="0" lang="en-US" sz="2200" strike="noStrike" u="none">
              <a:solidFill>
                <a:schemeClr val="dk1"/>
              </a:solidFill>
              <a:uFillTx/>
              <a:latin typeface="Calibri"/>
            </a:endParaRPr>
          </a:p>
          <a:p>
            <a:pPr lvl="1" marL="864000" indent="-324000" defTabSz="914400">
              <a:lnSpc>
                <a:spcPct val="90000"/>
              </a:lnSpc>
              <a:spcBef>
                <a:spcPts val="1134"/>
              </a:spcBef>
              <a:buClr>
                <a:srgbClr val="000000"/>
              </a:buClr>
              <a:buSzPct val="75000"/>
              <a:buFont typeface="Symbol" charset="2"/>
              <a:buChar char=""/>
            </a:pPr>
            <a:r>
              <a:rPr b="0" lang="en-US" sz="2200" strike="noStrike" u="none">
                <a:solidFill>
                  <a:schemeClr val="accent3">
                    <a:lumMod val="25000"/>
                  </a:schemeClr>
                </a:solidFill>
                <a:uFillTx/>
                <a:latin typeface="Abadi"/>
              </a:rPr>
              <a:t>flight number and payload mass</a:t>
            </a:r>
            <a:endParaRPr b="0" lang="en-US" sz="2200" strike="noStrike" u="none">
              <a:solidFill>
                <a:schemeClr val="dk1"/>
              </a:solidFill>
              <a:uFillTx/>
              <a:latin typeface="Calibri"/>
            </a:endParaRPr>
          </a:p>
          <a:p>
            <a:pPr lvl="1" marL="864000" indent="-324000" defTabSz="914400">
              <a:lnSpc>
                <a:spcPct val="90000"/>
              </a:lnSpc>
              <a:spcBef>
                <a:spcPts val="1134"/>
              </a:spcBef>
              <a:buClr>
                <a:srgbClr val="000000"/>
              </a:buClr>
              <a:buSzPct val="75000"/>
              <a:buFont typeface="Symbol" charset="2"/>
              <a:buChar char=""/>
            </a:pPr>
            <a:r>
              <a:rPr b="0" lang="en-US" sz="2200" strike="noStrike" u="none">
                <a:solidFill>
                  <a:schemeClr val="accent3">
                    <a:lumMod val="25000"/>
                  </a:schemeClr>
                </a:solidFill>
                <a:uFillTx/>
                <a:latin typeface="Abadi"/>
              </a:rPr>
              <a:t>flight number and launch site</a:t>
            </a:r>
            <a:endParaRPr b="0" lang="en-US" sz="2200" strike="noStrike" u="none">
              <a:solidFill>
                <a:schemeClr val="dk1"/>
              </a:solidFill>
              <a:uFillTx/>
              <a:latin typeface="Calibri"/>
            </a:endParaRPr>
          </a:p>
          <a:p>
            <a:pPr lvl="1" marL="864000" indent="-324000" defTabSz="914400">
              <a:lnSpc>
                <a:spcPct val="90000"/>
              </a:lnSpc>
              <a:spcBef>
                <a:spcPts val="1134"/>
              </a:spcBef>
              <a:buClr>
                <a:srgbClr val="000000"/>
              </a:buClr>
              <a:buSzPct val="75000"/>
              <a:buFont typeface="Symbol" charset="2"/>
              <a:buChar char=""/>
            </a:pPr>
            <a:r>
              <a:rPr b="0" lang="en-US" sz="2200" strike="noStrike" u="none">
                <a:solidFill>
                  <a:schemeClr val="accent3">
                    <a:lumMod val="25000"/>
                  </a:schemeClr>
                </a:solidFill>
                <a:uFillTx/>
                <a:latin typeface="Abadi"/>
                <a:ea typeface="Noto Sans"/>
              </a:rPr>
              <a:t>payload mass and launch site</a:t>
            </a:r>
            <a:endParaRPr b="0" lang="en-US" sz="2200" strike="noStrike" u="none">
              <a:solidFill>
                <a:schemeClr val="dk1"/>
              </a:solidFill>
              <a:uFillTx/>
              <a:latin typeface="Calibri"/>
            </a:endParaRPr>
          </a:p>
          <a:p>
            <a:pPr lvl="1" marL="864000" indent="-324000" defTabSz="914400">
              <a:lnSpc>
                <a:spcPct val="90000"/>
              </a:lnSpc>
              <a:spcBef>
                <a:spcPts val="1134"/>
              </a:spcBef>
              <a:buClr>
                <a:srgbClr val="000000"/>
              </a:buClr>
              <a:buSzPct val="75000"/>
              <a:buFont typeface="Symbol" charset="2"/>
              <a:buChar char=""/>
            </a:pPr>
            <a:r>
              <a:rPr b="0" lang="en-US" sz="2200" strike="noStrike" u="none">
                <a:solidFill>
                  <a:schemeClr val="accent3">
                    <a:lumMod val="25000"/>
                  </a:schemeClr>
                </a:solidFill>
                <a:uFillTx/>
                <a:latin typeface="Abadi"/>
                <a:ea typeface="Noto Sans"/>
              </a:rPr>
              <a:t>flight number and orbit type</a:t>
            </a:r>
            <a:endParaRPr b="0" lang="en-US" sz="2200" strike="noStrike" u="none">
              <a:solidFill>
                <a:schemeClr val="dk1"/>
              </a:solidFill>
              <a:uFillTx/>
              <a:latin typeface="Calibri"/>
            </a:endParaRPr>
          </a:p>
          <a:p>
            <a:pPr lvl="1" marL="864000" indent="-324000" defTabSz="914400">
              <a:lnSpc>
                <a:spcPct val="90000"/>
              </a:lnSpc>
              <a:spcBef>
                <a:spcPts val="1134"/>
              </a:spcBef>
              <a:buClr>
                <a:srgbClr val="000000"/>
              </a:buClr>
              <a:buSzPct val="75000"/>
              <a:buFont typeface="Symbol" charset="2"/>
              <a:buChar char=""/>
            </a:pPr>
            <a:r>
              <a:rPr b="0" lang="en-US" sz="2200" strike="noStrike" u="none">
                <a:solidFill>
                  <a:schemeClr val="accent3">
                    <a:lumMod val="25000"/>
                  </a:schemeClr>
                </a:solidFill>
                <a:uFillTx/>
                <a:latin typeface="Abadi"/>
                <a:ea typeface="Noto Sans"/>
              </a:rPr>
              <a:t>payload mass and orbit type</a:t>
            </a:r>
            <a:endParaRPr b="0" lang="en-US" sz="22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2200" strike="noStrike" u="none">
                <a:solidFill>
                  <a:schemeClr val="accent3">
                    <a:lumMod val="25000"/>
                  </a:schemeClr>
                </a:solidFill>
                <a:uFillTx/>
                <a:latin typeface="Abadi"/>
                <a:ea typeface="Noto Sans"/>
              </a:rPr>
              <a:t>Line plot to visualize the launch success yearly trend</a:t>
            </a:r>
            <a:endParaRPr b="0" lang="en-US" sz="22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2200" strike="noStrike" u="none">
                <a:solidFill>
                  <a:schemeClr val="accent3">
                    <a:lumMod val="25000"/>
                  </a:schemeClr>
                </a:solidFill>
                <a:uFillTx/>
                <a:latin typeface="Abadi"/>
              </a:rPr>
              <a:t>Bar plot with success rate by orbit type</a:t>
            </a:r>
            <a:endParaRPr b="0" lang="en-US" sz="2200" strike="noStrike" u="none">
              <a:solidFill>
                <a:schemeClr val="dk1"/>
              </a:solidFill>
              <a:uFillTx/>
              <a:latin typeface="Calibri"/>
            </a:endParaRPr>
          </a:p>
        </p:txBody>
      </p:sp>
      <p:sp>
        <p:nvSpPr>
          <p:cNvPr id="125"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EDA with Data Visualization</a:t>
            </a:r>
            <a:endParaRPr b="0" lang="pl-PL" sz="4000" strike="noStrike" u="none">
              <a:solidFill>
                <a:srgbClr val="000000"/>
              </a:solidFill>
              <a:uFillTx/>
              <a:latin typeface="Arial"/>
            </a:endParaRPr>
          </a:p>
        </p:txBody>
      </p:sp>
      <p:sp>
        <p:nvSpPr>
          <p:cNvPr id="126" name=""/>
          <p:cNvSpPr txBox="1"/>
          <p:nvPr/>
        </p:nvSpPr>
        <p:spPr>
          <a:xfrm>
            <a:off x="770040" y="5843880"/>
            <a:ext cx="4629960" cy="456120"/>
          </a:xfrm>
          <a:prstGeom prst="rect">
            <a:avLst/>
          </a:prstGeom>
          <a:noFill/>
          <a:ln w="0">
            <a:noFill/>
          </a:ln>
        </p:spPr>
        <p:txBody>
          <a:bodyPr lIns="90000" rIns="90000" tIns="45000" bIns="45000" anchor="t">
            <a:noAutofit/>
          </a:bodyPr>
          <a:p>
            <a:r>
              <a:rPr b="0" lang="pl-PL" sz="2400" strike="noStrike" u="none">
                <a:solidFill>
                  <a:srgbClr val="000000"/>
                </a:solidFill>
                <a:uFillTx/>
                <a:latin typeface="Times New Roman"/>
                <a:hlinkClick r:id="rId2"/>
              </a:rPr>
              <a:t>EDA Data visualization - Link</a:t>
            </a:r>
            <a:endParaRPr b="0" lang="pl-PL" sz="2400" strike="noStrike" u="none">
              <a:solidFill>
                <a:srgbClr val="000000"/>
              </a:solidFill>
              <a:uFillTx/>
              <a:latin typeface="Times New Roman"/>
            </a:endParaRPr>
          </a:p>
        </p:txBody>
      </p:sp>
      <p:sp>
        <p:nvSpPr>
          <p:cNvPr id="3" name="PlaceHolder 2"/>
          <p:cNvSpPr>
            <a:spLocks noGrp="1"/>
          </p:cNvSpPr>
          <p:nvPr>
            <p:ph type="sldNum" idx="1"/>
          </p:nvPr>
        </p:nvSpPr>
        <p:spPr/>
        <p:txBody>
          <a:bodyPr/>
          <a:p>
            <a:fld id="{7973CC59-1A9C-40D0-81A7-36363664FA6A}" type="slidenum">
              <a:t>11</a:t>
            </a:fld>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27" name="PlaceHolder 1"/>
          <p:cNvSpPr>
            <a:spLocks noGrp="1"/>
          </p:cNvSpPr>
          <p:nvPr>
            <p:ph/>
          </p:nvPr>
        </p:nvSpPr>
        <p:spPr>
          <a:xfrm>
            <a:off x="770040" y="1554480"/>
            <a:ext cx="9745200" cy="4350960"/>
          </a:xfrm>
          <a:prstGeom prst="rect">
            <a:avLst/>
          </a:prstGeom>
          <a:noFill/>
          <a:ln w="0">
            <a:noFill/>
          </a:ln>
        </p:spPr>
        <p:txBody>
          <a:bodyPr lIns="91440" rIns="91440" tIns="45720" bIns="45720" anchor="t">
            <a:noAutofit/>
          </a:bodyPr>
          <a:p>
            <a:pPr marL="432000" indent="-324000" defTabSz="914400">
              <a:lnSpc>
                <a:spcPct val="100000"/>
              </a:lnSpc>
              <a:spcBef>
                <a:spcPts val="1400"/>
              </a:spcBef>
              <a:buClr>
                <a:srgbClr val="292929"/>
              </a:buClr>
              <a:buFont typeface="Wingdings" charset="2"/>
              <a:buChar char=""/>
            </a:pPr>
            <a:r>
              <a:rPr b="0" lang="en-US" sz="1500" strike="noStrike" u="none">
                <a:solidFill>
                  <a:schemeClr val="accent3">
                    <a:lumMod val="25000"/>
                  </a:schemeClr>
                </a:solidFill>
                <a:uFillTx/>
                <a:latin typeface="Abadi"/>
              </a:rPr>
              <a:t>names of the unique launch sites in the space mission</a:t>
            </a:r>
            <a:endParaRPr b="0" lang="en-US" sz="15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1500" strike="noStrike" u="none">
                <a:solidFill>
                  <a:schemeClr val="accent3">
                    <a:lumMod val="25000"/>
                  </a:schemeClr>
                </a:solidFill>
                <a:uFillTx/>
                <a:latin typeface="Abadi"/>
              </a:rPr>
              <a:t>5 records where launch sites begin with the string 'CCA'</a:t>
            </a:r>
            <a:endParaRPr b="0" lang="en-US" sz="15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1500" strike="noStrike" u="none">
                <a:solidFill>
                  <a:schemeClr val="accent3">
                    <a:lumMod val="25000"/>
                  </a:schemeClr>
                </a:solidFill>
                <a:uFillTx/>
                <a:latin typeface="Abadi"/>
              </a:rPr>
              <a:t>total payload mass carried by boosters launched by NASA (CRS)</a:t>
            </a:r>
            <a:endParaRPr b="0" lang="en-US" sz="15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1500" strike="noStrike" u="none">
                <a:solidFill>
                  <a:schemeClr val="accent3">
                    <a:lumMod val="25000"/>
                  </a:schemeClr>
                </a:solidFill>
                <a:uFillTx/>
                <a:latin typeface="Abadi"/>
              </a:rPr>
              <a:t>average payload mass carried by booster version F9 v1.1</a:t>
            </a:r>
            <a:endParaRPr b="0" lang="en-US" sz="15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1500" strike="noStrike" u="none">
                <a:solidFill>
                  <a:schemeClr val="accent3">
                    <a:lumMod val="25000"/>
                  </a:schemeClr>
                </a:solidFill>
                <a:uFillTx/>
                <a:latin typeface="Abadi"/>
              </a:rPr>
              <a:t>date when the first succesful landing outcome in ground pad was acheived</a:t>
            </a:r>
            <a:endParaRPr b="0" lang="en-US" sz="15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1500" strike="noStrike" u="none">
                <a:solidFill>
                  <a:schemeClr val="accent3">
                    <a:lumMod val="25000"/>
                  </a:schemeClr>
                </a:solidFill>
                <a:uFillTx/>
                <a:latin typeface="Abadi"/>
              </a:rPr>
              <a:t>boosters with success in drone ship with payload mass 4000-6000 kg</a:t>
            </a:r>
            <a:endParaRPr b="0" lang="en-US" sz="15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1500" strike="noStrike" u="none">
                <a:solidFill>
                  <a:schemeClr val="accent3">
                    <a:lumMod val="25000"/>
                  </a:schemeClr>
                </a:solidFill>
                <a:uFillTx/>
                <a:latin typeface="Abadi"/>
              </a:rPr>
              <a:t>total number of successful and failure mission outcomes</a:t>
            </a:r>
            <a:endParaRPr b="0" lang="en-US" sz="15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1500" strike="noStrike" u="none">
                <a:solidFill>
                  <a:schemeClr val="accent3">
                    <a:lumMod val="25000"/>
                  </a:schemeClr>
                </a:solidFill>
                <a:uFillTx/>
                <a:latin typeface="Abadi"/>
              </a:rPr>
              <a:t>booster_versions that have carried the maximum payload mass</a:t>
            </a:r>
            <a:endParaRPr b="0" lang="en-US" sz="15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1500" strike="noStrike" u="none">
                <a:solidFill>
                  <a:schemeClr val="accent3">
                    <a:lumMod val="25000"/>
                  </a:schemeClr>
                </a:solidFill>
                <a:uFillTx/>
                <a:latin typeface="Abadi"/>
              </a:rPr>
              <a:t>failure missions (month, booster version, launch site) in 2015</a:t>
            </a:r>
            <a:endParaRPr b="0" lang="en-US" sz="15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1500" strike="noStrike" u="none">
                <a:solidFill>
                  <a:schemeClr val="accent3">
                    <a:lumMod val="25000"/>
                  </a:schemeClr>
                </a:solidFill>
                <a:uFillTx/>
                <a:latin typeface="Abadi"/>
              </a:rPr>
              <a:t>ranking of missions between 2010-06-04 and 2017-03-20 by landing outcome</a:t>
            </a:r>
            <a:endParaRPr b="0" lang="en-US" sz="1500" strike="noStrike" u="none">
              <a:solidFill>
                <a:schemeClr val="dk1"/>
              </a:solidFill>
              <a:uFillTx/>
              <a:latin typeface="Calibri"/>
            </a:endParaRPr>
          </a:p>
          <a:p>
            <a:pPr marL="432000" indent="0" defTabSz="914400">
              <a:lnSpc>
                <a:spcPct val="100000"/>
              </a:lnSpc>
              <a:spcBef>
                <a:spcPts val="1400"/>
              </a:spcBef>
              <a:buNone/>
            </a:pPr>
            <a:endParaRPr b="0" lang="en-US" sz="2200" strike="noStrike" u="none">
              <a:solidFill>
                <a:schemeClr val="dk1"/>
              </a:solidFill>
              <a:uFillTx/>
              <a:latin typeface="Calibri"/>
            </a:endParaRPr>
          </a:p>
        </p:txBody>
      </p:sp>
      <p:sp>
        <p:nvSpPr>
          <p:cNvPr id="128"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EDA with SQL</a:t>
            </a:r>
            <a:endParaRPr b="0" lang="pl-PL" sz="4000" strike="noStrike" u="none">
              <a:solidFill>
                <a:srgbClr val="000000"/>
              </a:solidFill>
              <a:uFillTx/>
              <a:latin typeface="Arial"/>
            </a:endParaRPr>
          </a:p>
        </p:txBody>
      </p:sp>
      <p:sp>
        <p:nvSpPr>
          <p:cNvPr id="129" name=""/>
          <p:cNvSpPr txBox="1"/>
          <p:nvPr/>
        </p:nvSpPr>
        <p:spPr>
          <a:xfrm>
            <a:off x="540000" y="5940000"/>
            <a:ext cx="2700000" cy="456120"/>
          </a:xfrm>
          <a:prstGeom prst="rect">
            <a:avLst/>
          </a:prstGeom>
          <a:noFill/>
          <a:ln w="0">
            <a:noFill/>
          </a:ln>
        </p:spPr>
        <p:txBody>
          <a:bodyPr lIns="90000" rIns="90000" tIns="45000" bIns="45000" anchor="t">
            <a:noAutofit/>
          </a:bodyPr>
          <a:p>
            <a:r>
              <a:rPr b="0" lang="pl-PL" sz="2400" strike="noStrike" u="none">
                <a:solidFill>
                  <a:srgbClr val="000000"/>
                </a:solidFill>
                <a:uFillTx/>
                <a:latin typeface="Times New Roman"/>
                <a:hlinkClick r:id="rId2"/>
              </a:rPr>
              <a:t>EDA SQL - Link</a:t>
            </a:r>
            <a:endParaRPr b="0" lang="pl-PL" sz="2400" strike="noStrike" u="none">
              <a:solidFill>
                <a:srgbClr val="000000"/>
              </a:solidFill>
              <a:uFillTx/>
              <a:latin typeface="Times New Roman"/>
            </a:endParaRPr>
          </a:p>
        </p:txBody>
      </p:sp>
      <p:sp>
        <p:nvSpPr>
          <p:cNvPr id="3" name="PlaceHolder 2"/>
          <p:cNvSpPr>
            <a:spLocks noGrp="1"/>
          </p:cNvSpPr>
          <p:nvPr>
            <p:ph type="sldNum" idx="1"/>
          </p:nvPr>
        </p:nvSpPr>
        <p:spPr/>
        <p:txBody>
          <a:bodyPr/>
          <a:p>
            <a:fld id="{836E8E44-C23E-4F46-A0E0-378DA0C4913A}" type="slidenum">
              <a:t>12</a:t>
            </a:fld>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30" name="PlaceHolder 1"/>
          <p:cNvSpPr>
            <a:spLocks noGrp="1"/>
          </p:cNvSpPr>
          <p:nvPr>
            <p:ph/>
          </p:nvPr>
        </p:nvSpPr>
        <p:spPr>
          <a:xfrm>
            <a:off x="838080" y="1874880"/>
            <a:ext cx="10515240" cy="3165120"/>
          </a:xfrm>
          <a:prstGeom prst="rect">
            <a:avLst/>
          </a:prstGeom>
          <a:noFill/>
          <a:ln w="0">
            <a:noFill/>
          </a:ln>
        </p:spPr>
        <p:txBody>
          <a:bodyPr lIns="90000" rIns="90000" tIns="45000" bIns="45000" anchor="t">
            <a:normAutofit/>
          </a:bodyPr>
          <a:p>
            <a:pPr indent="0" defTabSz="914400">
              <a:lnSpc>
                <a:spcPct val="100000"/>
              </a:lnSpc>
              <a:spcBef>
                <a:spcPts val="1400"/>
              </a:spcBef>
              <a:buNone/>
            </a:pPr>
            <a:r>
              <a:rPr b="0" lang="en-US" sz="2200" strike="noStrike" u="none">
                <a:solidFill>
                  <a:schemeClr val="accent3">
                    <a:lumMod val="25000"/>
                  </a:schemeClr>
                </a:solidFill>
                <a:uFillTx/>
                <a:latin typeface="Abadi"/>
              </a:rPr>
              <a:t>On the Folium map, I added markers for individual launch sites and grouped them using marker clusters to improve readability when multiple points were close together. I also created a choropleth map to visualize launch success rates by region, providing a clear geographic overview.</a:t>
            </a:r>
            <a:endParaRPr b="0" lang="en-US" sz="2200" strike="noStrike" u="none">
              <a:solidFill>
                <a:schemeClr val="dk1"/>
              </a:solidFill>
              <a:uFillTx/>
              <a:latin typeface="Calibri"/>
            </a:endParaRPr>
          </a:p>
          <a:p>
            <a:pPr indent="0" defTabSz="914400">
              <a:lnSpc>
                <a:spcPct val="100000"/>
              </a:lnSpc>
              <a:spcBef>
                <a:spcPts val="1400"/>
              </a:spcBef>
              <a:buNone/>
            </a:pPr>
            <a:r>
              <a:rPr b="0" lang="en-US" sz="2200" strike="noStrike" u="none">
                <a:solidFill>
                  <a:schemeClr val="accent3">
                    <a:lumMod val="25000"/>
                  </a:schemeClr>
                </a:solidFill>
                <a:uFillTx/>
                <a:latin typeface="Abadi"/>
              </a:rPr>
              <a:t>These objects were included to highlight both the exact locations of launches and the broader spatial patterns, making the data more insightful and easier to interpret.</a:t>
            </a:r>
            <a:endParaRPr b="0" lang="en-US" sz="2200" strike="noStrike" u="none">
              <a:solidFill>
                <a:schemeClr val="dk1"/>
              </a:solidFill>
              <a:uFillTx/>
              <a:latin typeface="Calibri"/>
            </a:endParaRPr>
          </a:p>
        </p:txBody>
      </p:sp>
      <p:sp>
        <p:nvSpPr>
          <p:cNvPr id="131"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Build an Interactive Map with Folium</a:t>
            </a:r>
            <a:endParaRPr b="0" lang="pl-PL" sz="4000" strike="noStrike" u="none">
              <a:solidFill>
                <a:srgbClr val="000000"/>
              </a:solidFill>
              <a:uFillTx/>
              <a:latin typeface="Arial"/>
            </a:endParaRPr>
          </a:p>
        </p:txBody>
      </p:sp>
      <p:sp>
        <p:nvSpPr>
          <p:cNvPr id="132" name=""/>
          <p:cNvSpPr txBox="1"/>
          <p:nvPr/>
        </p:nvSpPr>
        <p:spPr>
          <a:xfrm>
            <a:off x="900000" y="5483880"/>
            <a:ext cx="4680000" cy="456120"/>
          </a:xfrm>
          <a:prstGeom prst="rect">
            <a:avLst/>
          </a:prstGeom>
          <a:noFill/>
          <a:ln w="0">
            <a:noFill/>
          </a:ln>
        </p:spPr>
        <p:txBody>
          <a:bodyPr lIns="90000" rIns="90000" tIns="45000" bIns="45000" anchor="t">
            <a:noAutofit/>
          </a:bodyPr>
          <a:p>
            <a:r>
              <a:rPr b="0" lang="pl-PL" sz="2400" strike="noStrike" u="none">
                <a:solidFill>
                  <a:srgbClr val="000000"/>
                </a:solidFill>
                <a:uFillTx/>
                <a:latin typeface="Times New Roman"/>
                <a:hlinkClick r:id="rId2"/>
              </a:rPr>
              <a:t>Interactive Map with Folium - link</a:t>
            </a:r>
            <a:endParaRPr b="0" lang="pl-PL" sz="2400" strike="noStrike" u="none">
              <a:solidFill>
                <a:srgbClr val="000000"/>
              </a:solidFill>
              <a:uFillTx/>
              <a:latin typeface="Times New Roman"/>
            </a:endParaRPr>
          </a:p>
        </p:txBody>
      </p:sp>
      <p:sp>
        <p:nvSpPr>
          <p:cNvPr id="3" name="PlaceHolder 2"/>
          <p:cNvSpPr>
            <a:spLocks noGrp="1"/>
          </p:cNvSpPr>
          <p:nvPr>
            <p:ph type="sldNum" idx="1"/>
          </p:nvPr>
        </p:nvSpPr>
        <p:spPr/>
        <p:txBody>
          <a:bodyPr/>
          <a:p>
            <a:fld id="{A28C740E-1B34-4E8E-BE12-5D0DA39E4D3A}" type="slidenum">
              <a:t>13</a:t>
            </a:fld>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33" name="PlaceHolder 1"/>
          <p:cNvSpPr>
            <a:spLocks noGrp="1"/>
          </p:cNvSpPr>
          <p:nvPr>
            <p:ph/>
          </p:nvPr>
        </p:nvSpPr>
        <p:spPr>
          <a:xfrm>
            <a:off x="770040" y="1429560"/>
            <a:ext cx="9745200" cy="4350960"/>
          </a:xfrm>
          <a:prstGeom prst="rect">
            <a:avLst/>
          </a:prstGeom>
          <a:noFill/>
          <a:ln w="0">
            <a:noFill/>
          </a:ln>
        </p:spPr>
        <p:txBody>
          <a:bodyPr lIns="91440" rIns="91440" tIns="45720" bIns="45720" anchor="t">
            <a:normAutofit fontScale="92500" lnSpcReduction="9999"/>
          </a:bodyPr>
          <a:p>
            <a:pPr indent="0" defTabSz="914400">
              <a:lnSpc>
                <a:spcPct val="100000"/>
              </a:lnSpc>
              <a:spcBef>
                <a:spcPts val="1400"/>
              </a:spcBef>
              <a:buNone/>
            </a:pPr>
            <a:r>
              <a:rPr b="0" lang="en-US" sz="2200" strike="noStrike" u="none">
                <a:solidFill>
                  <a:schemeClr val="accent3">
                    <a:lumMod val="25000"/>
                  </a:schemeClr>
                </a:solidFill>
                <a:uFillTx/>
                <a:latin typeface="Abadi"/>
              </a:rPr>
              <a:t>Dashboard Summary</a:t>
            </a:r>
            <a:endParaRPr b="0" lang="en-US" sz="22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2200" strike="noStrike" u="none">
                <a:solidFill>
                  <a:schemeClr val="accent3">
                    <a:lumMod val="25000"/>
                  </a:schemeClr>
                </a:solidFill>
                <a:uFillTx/>
                <a:latin typeface="Abadi"/>
              </a:rPr>
              <a:t>Dropdown menu – allows selecting a specific </a:t>
            </a:r>
            <a:r>
              <a:rPr b="0" lang="en-US" sz="2200" strike="noStrike" u="none">
                <a:solidFill>
                  <a:schemeClr val="accent3">
                    <a:lumMod val="25000"/>
                  </a:schemeClr>
                </a:solidFill>
                <a:uFillTx/>
                <a:latin typeface="Abadi"/>
              </a:rPr>
              <a:t>launch site or all sites.</a:t>
            </a:r>
            <a:endParaRPr b="0" lang="en-US" sz="22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2200" strike="noStrike" u="none">
                <a:solidFill>
                  <a:schemeClr val="accent3">
                    <a:lumMod val="25000"/>
                  </a:schemeClr>
                </a:solidFill>
                <a:uFillTx/>
                <a:latin typeface="Abadi"/>
              </a:rPr>
              <a:t>Pie chart – shows success counts per site (or </a:t>
            </a:r>
            <a:r>
              <a:rPr b="0" lang="en-US" sz="2200" strike="noStrike" u="none">
                <a:solidFill>
                  <a:schemeClr val="accent3">
                    <a:lumMod val="25000"/>
                  </a:schemeClr>
                </a:solidFill>
                <a:uFillTx/>
                <a:latin typeface="Abadi"/>
              </a:rPr>
              <a:t>success vs. failure for a chosen site).</a:t>
            </a:r>
            <a:endParaRPr b="0" lang="en-US" sz="22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2200" strike="noStrike" u="none">
                <a:solidFill>
                  <a:schemeClr val="accent3">
                    <a:lumMod val="25000"/>
                  </a:schemeClr>
                </a:solidFill>
                <a:uFillTx/>
                <a:latin typeface="Abadi"/>
              </a:rPr>
              <a:t>Range slider – lets users filter launches by </a:t>
            </a:r>
            <a:r>
              <a:rPr b="0" lang="en-US" sz="2200" strike="noStrike" u="none">
                <a:solidFill>
                  <a:schemeClr val="accent3">
                    <a:lumMod val="25000"/>
                  </a:schemeClr>
                </a:solidFill>
                <a:uFillTx/>
                <a:latin typeface="Abadi"/>
              </a:rPr>
              <a:t>payload mass.</a:t>
            </a:r>
            <a:endParaRPr b="0" lang="en-US" sz="2200" strike="noStrike" u="none">
              <a:solidFill>
                <a:schemeClr val="dk1"/>
              </a:solidFill>
              <a:uFillTx/>
              <a:latin typeface="Calibri"/>
            </a:endParaRPr>
          </a:p>
          <a:p>
            <a:pPr marL="432000" indent="-324000" defTabSz="914400">
              <a:lnSpc>
                <a:spcPct val="100000"/>
              </a:lnSpc>
              <a:spcBef>
                <a:spcPts val="1400"/>
              </a:spcBef>
              <a:buClr>
                <a:srgbClr val="292929"/>
              </a:buClr>
              <a:buFont typeface="Wingdings" charset="2"/>
              <a:buChar char=""/>
            </a:pPr>
            <a:r>
              <a:rPr b="0" lang="en-US" sz="2200" strike="noStrike" u="none">
                <a:solidFill>
                  <a:schemeClr val="accent3">
                    <a:lumMod val="25000"/>
                  </a:schemeClr>
                </a:solidFill>
                <a:uFillTx/>
                <a:latin typeface="Abadi"/>
              </a:rPr>
              <a:t>Scatter plot – visualizes the correlation </a:t>
            </a:r>
            <a:r>
              <a:rPr b="0" lang="en-US" sz="2200" strike="noStrike" u="none">
                <a:solidFill>
                  <a:schemeClr val="accent3">
                    <a:lumMod val="25000"/>
                  </a:schemeClr>
                </a:solidFill>
                <a:uFillTx/>
                <a:latin typeface="Abadi"/>
              </a:rPr>
              <a:t>between payload mass and launch success, </a:t>
            </a:r>
            <a:r>
              <a:rPr b="0" lang="en-US" sz="2200" strike="noStrike" u="none">
                <a:solidFill>
                  <a:schemeClr val="accent3">
                    <a:lumMod val="25000"/>
                  </a:schemeClr>
                </a:solidFill>
                <a:uFillTx/>
                <a:latin typeface="Abadi"/>
              </a:rPr>
              <a:t>colored by booster version.</a:t>
            </a:r>
            <a:br>
              <a:rPr sz="2200"/>
            </a:br>
            <a:r>
              <a:rPr b="0" lang="en-US" sz="2200" strike="noStrike" u="none">
                <a:solidFill>
                  <a:schemeClr val="accent3">
                    <a:lumMod val="25000"/>
                  </a:schemeClr>
                </a:solidFill>
                <a:uFillTx/>
                <a:latin typeface="Abadi"/>
              </a:rPr>
              <a:t> </a:t>
            </a:r>
            <a:endParaRPr b="0" lang="en-US" sz="2200" strike="noStrike" u="none">
              <a:solidFill>
                <a:schemeClr val="dk1"/>
              </a:solidFill>
              <a:uFillTx/>
              <a:latin typeface="Calibri"/>
            </a:endParaRPr>
          </a:p>
          <a:p>
            <a:pPr indent="0" defTabSz="914400">
              <a:lnSpc>
                <a:spcPct val="100000"/>
              </a:lnSpc>
              <a:spcBef>
                <a:spcPts val="1400"/>
              </a:spcBef>
              <a:buNone/>
            </a:pPr>
            <a:r>
              <a:rPr b="0" lang="en-US" sz="2200" strike="noStrike" u="none">
                <a:solidFill>
                  <a:schemeClr val="accent3">
                    <a:lumMod val="25000"/>
                  </a:schemeClr>
                </a:solidFill>
                <a:uFillTx/>
                <a:latin typeface="Abadi"/>
              </a:rPr>
              <a:t>These plots and interactions were added to make </a:t>
            </a:r>
            <a:r>
              <a:rPr b="0" lang="en-US" sz="2200" strike="noStrike" u="none">
                <a:solidFill>
                  <a:schemeClr val="accent3">
                    <a:lumMod val="25000"/>
                  </a:schemeClr>
                </a:solidFill>
                <a:uFillTx/>
                <a:latin typeface="Abadi"/>
              </a:rPr>
              <a:t>the dashboard interactive and insightful, helping </a:t>
            </a:r>
            <a:r>
              <a:rPr b="0" lang="en-US" sz="2200" strike="noStrike" u="none">
                <a:solidFill>
                  <a:schemeClr val="accent3">
                    <a:lumMod val="25000"/>
                  </a:schemeClr>
                </a:solidFill>
                <a:uFillTx/>
                <a:latin typeface="Abadi"/>
              </a:rPr>
              <a:t>users explore success rates, compare sites, and </a:t>
            </a:r>
            <a:r>
              <a:rPr b="0" lang="en-US" sz="2200" strike="noStrike" u="none">
                <a:solidFill>
                  <a:schemeClr val="accent3">
                    <a:lumMod val="25000"/>
                  </a:schemeClr>
                </a:solidFill>
                <a:uFillTx/>
                <a:latin typeface="Abadi"/>
              </a:rPr>
              <a:t>understand how payload and booster type influence </a:t>
            </a:r>
            <a:r>
              <a:rPr b="0" lang="en-US" sz="2200" strike="noStrike" u="none">
                <a:solidFill>
                  <a:schemeClr val="accent3">
                    <a:lumMod val="25000"/>
                  </a:schemeClr>
                </a:solidFill>
                <a:uFillTx/>
                <a:latin typeface="Abadi"/>
              </a:rPr>
              <a:t>mission outcomes.</a:t>
            </a:r>
            <a:endParaRPr b="0" lang="en-US" sz="2200" strike="noStrike" u="none">
              <a:solidFill>
                <a:schemeClr val="dk1"/>
              </a:solidFill>
              <a:uFillTx/>
              <a:latin typeface="Calibri"/>
            </a:endParaRPr>
          </a:p>
        </p:txBody>
      </p:sp>
      <p:sp>
        <p:nvSpPr>
          <p:cNvPr id="134"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Build a Dashboard with Plotly Dash</a:t>
            </a:r>
            <a:endParaRPr b="0" lang="pl-PL" sz="4000" strike="noStrike" u="none">
              <a:solidFill>
                <a:srgbClr val="000000"/>
              </a:solidFill>
              <a:uFillTx/>
              <a:latin typeface="Arial"/>
            </a:endParaRPr>
          </a:p>
        </p:txBody>
      </p:sp>
      <p:sp>
        <p:nvSpPr>
          <p:cNvPr id="135" name=""/>
          <p:cNvSpPr txBox="1"/>
          <p:nvPr/>
        </p:nvSpPr>
        <p:spPr>
          <a:xfrm>
            <a:off x="858600" y="5780520"/>
            <a:ext cx="4001400" cy="456120"/>
          </a:xfrm>
          <a:prstGeom prst="rect">
            <a:avLst/>
          </a:prstGeom>
          <a:noFill/>
          <a:ln w="0">
            <a:noFill/>
          </a:ln>
        </p:spPr>
        <p:txBody>
          <a:bodyPr lIns="90000" rIns="90000" tIns="45000" bIns="45000" anchor="t">
            <a:noAutofit/>
          </a:bodyPr>
          <a:p>
            <a:r>
              <a:rPr b="0" lang="pl-PL" sz="2400" strike="noStrike" u="none">
                <a:solidFill>
                  <a:srgbClr val="000000"/>
                </a:solidFill>
                <a:uFillTx/>
                <a:latin typeface="Times New Roman"/>
                <a:hlinkClick r:id="rId2"/>
              </a:rPr>
              <a:t>Interactive dashboard - Link</a:t>
            </a:r>
            <a:endParaRPr b="0" lang="pl-PL" sz="2400" strike="noStrike" u="none">
              <a:solidFill>
                <a:srgbClr val="000000"/>
              </a:solidFill>
              <a:uFillTx/>
              <a:latin typeface="Times New Roman"/>
            </a:endParaRPr>
          </a:p>
        </p:txBody>
      </p:sp>
      <p:sp>
        <p:nvSpPr>
          <p:cNvPr id="3" name="PlaceHolder 2"/>
          <p:cNvSpPr>
            <a:spLocks noGrp="1"/>
          </p:cNvSpPr>
          <p:nvPr>
            <p:ph type="sldNum" idx="1"/>
          </p:nvPr>
        </p:nvSpPr>
        <p:spPr/>
        <p:txBody>
          <a:bodyPr/>
          <a:p>
            <a:fld id="{B3AF9E6C-BAC8-4D49-BDD1-478B03F6A4FD}" type="slidenum">
              <a:t>14</a:t>
            </a:fld>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36"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Predictive Analysis (Classification)</a:t>
            </a:r>
            <a:endParaRPr b="0" lang="pl-PL" sz="4000" strike="noStrike" u="none">
              <a:solidFill>
                <a:srgbClr val="000000"/>
              </a:solidFill>
              <a:uFillTx/>
              <a:latin typeface="Arial"/>
            </a:endParaRPr>
          </a:p>
        </p:txBody>
      </p:sp>
      <p:sp>
        <p:nvSpPr>
          <p:cNvPr id="137" name=""/>
          <p:cNvSpPr/>
          <p:nvPr/>
        </p:nvSpPr>
        <p:spPr>
          <a:xfrm>
            <a:off x="4500000" y="1440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Prepare data</a:t>
            </a:r>
            <a:br>
              <a:rPr sz="1800"/>
            </a:br>
            <a:r>
              <a:rPr b="0" lang="pl-PL" sz="1800" strike="noStrike" u="none">
                <a:solidFill>
                  <a:srgbClr val="000000"/>
                </a:solidFill>
                <a:uFillTx/>
                <a:latin typeface="Abadi"/>
              </a:rPr>
              <a:t>define target variable, stanardize data</a:t>
            </a:r>
            <a:endParaRPr b="0" lang="pl-PL" sz="1800" strike="noStrike" u="none">
              <a:solidFill>
                <a:srgbClr val="000000"/>
              </a:solidFill>
              <a:uFillTx/>
              <a:latin typeface="Arial"/>
            </a:endParaRPr>
          </a:p>
        </p:txBody>
      </p:sp>
      <p:sp>
        <p:nvSpPr>
          <p:cNvPr id="138" name=""/>
          <p:cNvSpPr/>
          <p:nvPr/>
        </p:nvSpPr>
        <p:spPr>
          <a:xfrm>
            <a:off x="4500000" y="2376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Split data into train and test</a:t>
            </a:r>
            <a:endParaRPr b="0" lang="pl-PL" sz="1800" strike="noStrike" u="none">
              <a:solidFill>
                <a:srgbClr val="000000"/>
              </a:solidFill>
              <a:uFillTx/>
              <a:latin typeface="Abadi"/>
            </a:endParaRPr>
          </a:p>
        </p:txBody>
      </p:sp>
      <p:sp>
        <p:nvSpPr>
          <p:cNvPr id="139" name=""/>
          <p:cNvSpPr/>
          <p:nvPr/>
        </p:nvSpPr>
        <p:spPr>
          <a:xfrm>
            <a:off x="4500000" y="3276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Train data</a:t>
            </a:r>
            <a:br>
              <a:rPr sz="1800"/>
            </a:br>
            <a:r>
              <a:rPr b="0" lang="pl-PL" sz="1800" strike="noStrike" u="none">
                <a:solidFill>
                  <a:srgbClr val="000000"/>
                </a:solidFill>
                <a:uFillTx/>
                <a:latin typeface="Abadi"/>
              </a:rPr>
              <a:t>find optimal parameters using GridSearchCV</a:t>
            </a:r>
            <a:endParaRPr b="0" lang="pl-PL" sz="1800" strike="noStrike" u="none">
              <a:solidFill>
                <a:srgbClr val="000000"/>
              </a:solidFill>
              <a:uFillTx/>
              <a:latin typeface="Abadi"/>
            </a:endParaRPr>
          </a:p>
        </p:txBody>
      </p:sp>
      <p:sp>
        <p:nvSpPr>
          <p:cNvPr id="140" name=""/>
          <p:cNvSpPr/>
          <p:nvPr/>
        </p:nvSpPr>
        <p:spPr>
          <a:xfrm>
            <a:off x="7236000" y="2160000"/>
            <a:ext cx="0" cy="216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41" name=""/>
          <p:cNvSpPr/>
          <p:nvPr/>
        </p:nvSpPr>
        <p:spPr>
          <a:xfrm>
            <a:off x="4500000" y="4176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Calculate accuracy and score on test data</a:t>
            </a:r>
            <a:br>
              <a:rPr sz="1800"/>
            </a:br>
            <a:r>
              <a:rPr b="0" lang="pl-PL" sz="1800" strike="noStrike" u="none">
                <a:solidFill>
                  <a:srgbClr val="000000"/>
                </a:solidFill>
                <a:uFillTx/>
                <a:latin typeface="Abadi"/>
              </a:rPr>
              <a:t>Plot confusion matrix</a:t>
            </a:r>
            <a:endParaRPr b="0" lang="pl-PL" sz="1800" strike="noStrike" u="none">
              <a:solidFill>
                <a:srgbClr val="000000"/>
              </a:solidFill>
              <a:uFillTx/>
              <a:latin typeface="Abadi"/>
            </a:endParaRPr>
          </a:p>
        </p:txBody>
      </p:sp>
      <p:sp>
        <p:nvSpPr>
          <p:cNvPr id="142" name=""/>
          <p:cNvSpPr/>
          <p:nvPr/>
        </p:nvSpPr>
        <p:spPr>
          <a:xfrm>
            <a:off x="4500000" y="5076000"/>
            <a:ext cx="5220000" cy="720000"/>
          </a:xfrm>
          <a:prstGeom prst="rect">
            <a:avLst/>
          </a:prstGeom>
          <a:solidFill>
            <a:srgbClr val="729fcf"/>
          </a:solidFill>
          <a:ln w="0">
            <a:solidFill>
              <a:srgbClr val="3465a4"/>
            </a:solidFill>
          </a:ln>
        </p:spPr>
        <p:style>
          <a:lnRef idx="0"/>
          <a:fillRef idx="0"/>
          <a:effectRef idx="0"/>
          <a:fontRef idx="minor"/>
        </p:style>
        <p:txBody>
          <a:bodyPr lIns="90000" rIns="90000" tIns="45000" bIns="45000" anchor="ctr">
            <a:noAutofit/>
          </a:bodyPr>
          <a:p>
            <a:pPr algn="ctr">
              <a:spcBef>
                <a:spcPts val="1191"/>
              </a:spcBef>
              <a:spcAft>
                <a:spcPts val="992"/>
              </a:spcAft>
            </a:pPr>
            <a:r>
              <a:rPr b="0" lang="pl-PL" sz="1800" strike="noStrike" u="none">
                <a:solidFill>
                  <a:srgbClr val="000000"/>
                </a:solidFill>
                <a:uFillTx/>
                <a:latin typeface="Abadi"/>
              </a:rPr>
              <a:t>Find method that performs best</a:t>
            </a:r>
            <a:endParaRPr b="0" lang="pl-PL" sz="1800" strike="noStrike" u="none">
              <a:solidFill>
                <a:srgbClr val="000000"/>
              </a:solidFill>
              <a:uFillTx/>
              <a:latin typeface="Abadi"/>
            </a:endParaRPr>
          </a:p>
        </p:txBody>
      </p:sp>
      <p:sp>
        <p:nvSpPr>
          <p:cNvPr id="143" name=""/>
          <p:cNvSpPr/>
          <p:nvPr/>
        </p:nvSpPr>
        <p:spPr>
          <a:xfrm>
            <a:off x="7236000" y="3096000"/>
            <a:ext cx="0" cy="216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44" name=""/>
          <p:cNvSpPr/>
          <p:nvPr/>
        </p:nvSpPr>
        <p:spPr>
          <a:xfrm>
            <a:off x="7236000" y="3996000"/>
            <a:ext cx="0" cy="216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45" name=""/>
          <p:cNvSpPr/>
          <p:nvPr/>
        </p:nvSpPr>
        <p:spPr>
          <a:xfrm>
            <a:off x="7236000" y="4896000"/>
            <a:ext cx="0" cy="216000"/>
          </a:xfrm>
          <a:prstGeom prst="line">
            <a:avLst/>
          </a:prstGeom>
          <a:ln w="0">
            <a:solidFill>
              <a:srgbClr val="3465a4"/>
            </a:solidFill>
            <a:tailEnd len="med" type="triangle" w="med"/>
          </a:ln>
        </p:spPr>
        <p:style>
          <a:lnRef idx="0"/>
          <a:fillRef idx="0"/>
          <a:effectRef idx="0"/>
          <a:fontRef idx="minor"/>
        </p:style>
        <p:txBody>
          <a:bodyPr lIns="90000" rIns="90000" tIns="45000" bIns="45000" anchor="ctr">
            <a:noAutofit/>
          </a:bodyPr>
          <a:p>
            <a:endParaRPr b="0" lang="pl-PL" sz="1800" strike="noStrike" u="none">
              <a:solidFill>
                <a:srgbClr val="000000"/>
              </a:solidFill>
              <a:uFillTx/>
              <a:latin typeface="Arial"/>
            </a:endParaRPr>
          </a:p>
        </p:txBody>
      </p:sp>
      <p:sp>
        <p:nvSpPr>
          <p:cNvPr id="146" name=""/>
          <p:cNvSpPr txBox="1"/>
          <p:nvPr/>
        </p:nvSpPr>
        <p:spPr>
          <a:xfrm>
            <a:off x="789120" y="1800000"/>
            <a:ext cx="2630880" cy="1645560"/>
          </a:xfrm>
          <a:prstGeom prst="rect">
            <a:avLst/>
          </a:prstGeom>
          <a:noFill/>
          <a:ln w="0">
            <a:noFill/>
          </a:ln>
        </p:spPr>
        <p:txBody>
          <a:bodyPr lIns="90000" rIns="90000" tIns="45000" bIns="45000" anchor="t">
            <a:noAutofit/>
          </a:bodyPr>
          <a:p>
            <a:r>
              <a:rPr b="0" lang="pl-PL" sz="1800" strike="noStrike" u="none">
                <a:solidFill>
                  <a:srgbClr val="000000"/>
                </a:solidFill>
                <a:uFillTx/>
                <a:latin typeface="Abadi"/>
              </a:rPr>
              <a:t>Different estimators:</a:t>
            </a:r>
            <a:endParaRPr b="0" lang="pl-PL" sz="1800" strike="noStrike" u="none">
              <a:solidFill>
                <a:srgbClr val="000000"/>
              </a:solidFill>
              <a:uFillTx/>
              <a:latin typeface="Abadi"/>
            </a:endParaRPr>
          </a:p>
          <a:p>
            <a:pPr marL="216000" indent="-216000">
              <a:buClr>
                <a:srgbClr val="000000"/>
              </a:buClr>
              <a:buSzPct val="45000"/>
              <a:buFont typeface="Wingdings" charset="2"/>
              <a:buChar char=""/>
            </a:pPr>
            <a:r>
              <a:rPr b="0" lang="pl-PL" sz="1800" strike="noStrike" u="none">
                <a:solidFill>
                  <a:srgbClr val="000000"/>
                </a:solidFill>
                <a:uFillTx/>
                <a:latin typeface="Abadi"/>
              </a:rPr>
              <a:t>Logistic Regression</a:t>
            </a:r>
            <a:endParaRPr b="0" lang="pl-PL" sz="1800" strike="noStrike" u="none">
              <a:solidFill>
                <a:srgbClr val="000000"/>
              </a:solidFill>
              <a:uFillTx/>
              <a:latin typeface="Abadi"/>
            </a:endParaRPr>
          </a:p>
          <a:p>
            <a:pPr marL="216000" indent="-216000">
              <a:buClr>
                <a:srgbClr val="000000"/>
              </a:buClr>
              <a:buSzPct val="45000"/>
              <a:buFont typeface="Wingdings" charset="2"/>
              <a:buChar char=""/>
            </a:pPr>
            <a:r>
              <a:rPr b="0" lang="pl-PL" sz="1800" strike="noStrike" u="none">
                <a:solidFill>
                  <a:srgbClr val="000000"/>
                </a:solidFill>
                <a:uFillTx/>
                <a:latin typeface="Abadi"/>
              </a:rPr>
              <a:t>KNN</a:t>
            </a:r>
            <a:endParaRPr b="0" lang="pl-PL" sz="1800" strike="noStrike" u="none">
              <a:solidFill>
                <a:srgbClr val="000000"/>
              </a:solidFill>
              <a:uFillTx/>
              <a:latin typeface="Abadi"/>
            </a:endParaRPr>
          </a:p>
          <a:p>
            <a:pPr marL="216000" indent="-216000">
              <a:buClr>
                <a:srgbClr val="000000"/>
              </a:buClr>
              <a:buSzPct val="45000"/>
              <a:buFont typeface="Wingdings" charset="2"/>
              <a:buChar char=""/>
            </a:pPr>
            <a:r>
              <a:rPr b="0" lang="pl-PL" sz="1800" strike="noStrike" u="none">
                <a:solidFill>
                  <a:srgbClr val="000000"/>
                </a:solidFill>
                <a:uFillTx/>
                <a:latin typeface="Abadi"/>
              </a:rPr>
              <a:t>SVM</a:t>
            </a:r>
            <a:endParaRPr b="0" lang="pl-PL" sz="1800" strike="noStrike" u="none">
              <a:solidFill>
                <a:srgbClr val="000000"/>
              </a:solidFill>
              <a:uFillTx/>
              <a:latin typeface="Abadi"/>
            </a:endParaRPr>
          </a:p>
          <a:p>
            <a:pPr marL="216000" indent="-216000">
              <a:buClr>
                <a:srgbClr val="000000"/>
              </a:buClr>
              <a:buSzPct val="45000"/>
              <a:buFont typeface="Wingdings" charset="2"/>
              <a:buChar char=""/>
            </a:pPr>
            <a:r>
              <a:rPr b="0" lang="pl-PL" sz="1800" strike="noStrike" u="none">
                <a:solidFill>
                  <a:srgbClr val="000000"/>
                </a:solidFill>
                <a:uFillTx/>
                <a:latin typeface="Abadi"/>
              </a:rPr>
              <a:t>Decision Tree</a:t>
            </a:r>
            <a:endParaRPr b="0" lang="pl-PL" sz="1800" strike="noStrike" u="none">
              <a:solidFill>
                <a:srgbClr val="000000"/>
              </a:solidFill>
              <a:uFillTx/>
              <a:latin typeface="Abadi"/>
            </a:endParaRPr>
          </a:p>
        </p:txBody>
      </p:sp>
      <p:sp>
        <p:nvSpPr>
          <p:cNvPr id="147" name=""/>
          <p:cNvSpPr txBox="1"/>
          <p:nvPr/>
        </p:nvSpPr>
        <p:spPr>
          <a:xfrm>
            <a:off x="720000" y="5512680"/>
            <a:ext cx="3045600" cy="427320"/>
          </a:xfrm>
          <a:prstGeom prst="rect">
            <a:avLst/>
          </a:prstGeom>
          <a:noFill/>
          <a:ln w="0">
            <a:noFill/>
          </a:ln>
        </p:spPr>
        <p:txBody>
          <a:bodyPr lIns="90000" rIns="90000" tIns="45000" bIns="45000" anchor="t">
            <a:noAutofit/>
          </a:bodyPr>
          <a:p>
            <a:r>
              <a:rPr b="0" lang="pl-PL" sz="2400" strike="noStrike" u="none">
                <a:solidFill>
                  <a:srgbClr val="000000"/>
                </a:solidFill>
                <a:uFillTx/>
                <a:latin typeface="Times New Roman"/>
                <a:hlinkClick r:id="rId2"/>
              </a:rPr>
              <a:t>Classification - Link</a:t>
            </a:r>
            <a:endParaRPr b="0" lang="pl-PL" sz="2400" strike="noStrike" u="none">
              <a:solidFill>
                <a:srgbClr val="000000"/>
              </a:solidFill>
              <a:uFillTx/>
              <a:latin typeface="Times New Roman"/>
            </a:endParaRPr>
          </a:p>
        </p:txBody>
      </p:sp>
      <p:sp>
        <p:nvSpPr>
          <p:cNvPr id="2" name="PlaceHolder 1"/>
          <p:cNvSpPr>
            <a:spLocks noGrp="1"/>
          </p:cNvSpPr>
          <p:nvPr>
            <p:ph type="sldNum" idx="1"/>
          </p:nvPr>
        </p:nvSpPr>
        <p:spPr/>
        <p:txBody>
          <a:bodyPr/>
          <a:p>
            <a:fld id="{3A52A06F-4C68-474E-ADC9-F6945990475D}" type="slidenum">
              <a:t>15</a:t>
            </a:fld>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48" name="Content Placeholder 2"/>
          <p:cNvSpPr/>
          <p:nvPr/>
        </p:nvSpPr>
        <p:spPr>
          <a:xfrm>
            <a:off x="480960" y="1807200"/>
            <a:ext cx="4919040" cy="3952800"/>
          </a:xfrm>
          <a:prstGeom prst="rect">
            <a:avLst/>
          </a:prstGeom>
          <a:noFill/>
          <a:ln w="0">
            <a:noFill/>
          </a:ln>
        </p:spPr>
        <p:style>
          <a:lnRef idx="0"/>
          <a:fillRef idx="0"/>
          <a:effectRef idx="0"/>
          <a:fontRef idx="minor"/>
        </p:style>
        <p:txBody>
          <a:bodyPr anchor="t">
            <a:normAutofit/>
          </a:bodyPr>
          <a:p>
            <a:pPr marL="228600" indent="-228600" defTabSz="914400">
              <a:lnSpc>
                <a:spcPct val="100000"/>
              </a:lnSpc>
              <a:spcBef>
                <a:spcPts val="1400"/>
              </a:spcBef>
              <a:buClr>
                <a:srgbClr val="292929"/>
              </a:buClr>
              <a:buFont typeface="Arial"/>
              <a:buChar char="•"/>
            </a:pPr>
            <a:r>
              <a:rPr b="1" lang="en-US" sz="1800" strike="noStrike" u="none">
                <a:solidFill>
                  <a:schemeClr val="accent3">
                    <a:lumMod val="25000"/>
                  </a:schemeClr>
                </a:solidFill>
                <a:uFillTx/>
                <a:latin typeface="Abadi"/>
              </a:rPr>
              <a:t>EDA (visualization and SQL):</a:t>
            </a:r>
            <a:endParaRPr b="0" lang="pl-PL" sz="18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1800" strike="noStrike" u="none">
                <a:solidFill>
                  <a:schemeClr val="accent3">
                    <a:lumMod val="25000"/>
                  </a:schemeClr>
                </a:solidFill>
                <a:uFillTx/>
                <a:latin typeface="Abadi"/>
              </a:rPr>
              <a:t>success rate increased from 0 to 80% </a:t>
            </a:r>
            <a:br>
              <a:rPr sz="1800"/>
            </a:br>
            <a:r>
              <a:rPr b="0" lang="en-US" sz="1800" strike="noStrike" u="none">
                <a:solidFill>
                  <a:schemeClr val="accent3">
                    <a:lumMod val="25000"/>
                  </a:schemeClr>
                </a:solidFill>
                <a:uFillTx/>
                <a:latin typeface="Abadi"/>
              </a:rPr>
              <a:t>from 2013 to 2017</a:t>
            </a:r>
            <a:endParaRPr b="0" lang="pl-PL" sz="18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1800" strike="noStrike" u="none">
                <a:solidFill>
                  <a:schemeClr val="accent3">
                    <a:lumMod val="25000"/>
                  </a:schemeClr>
                </a:solidFill>
                <a:uFillTx/>
                <a:latin typeface="Abadi"/>
              </a:rPr>
              <a:t>most launches were to orbit GTO and ISS</a:t>
            </a:r>
            <a:endParaRPr b="0" lang="pl-PL" sz="18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1800" strike="noStrike" u="none">
                <a:solidFill>
                  <a:schemeClr val="accent3">
                    <a:lumMod val="25000"/>
                  </a:schemeClr>
                </a:solidFill>
                <a:uFillTx/>
                <a:latin typeface="Abadi"/>
              </a:rPr>
              <a:t>first succesful landing outcome </a:t>
            </a:r>
            <a:br>
              <a:rPr sz="1800"/>
            </a:br>
            <a:r>
              <a:rPr b="0" lang="en-US" sz="1800" strike="noStrike" u="none">
                <a:solidFill>
                  <a:schemeClr val="accent3">
                    <a:lumMod val="25000"/>
                  </a:schemeClr>
                </a:solidFill>
                <a:uFillTx/>
                <a:latin typeface="Abadi"/>
              </a:rPr>
              <a:t>in ground pad was in 2015</a:t>
            </a:r>
            <a:endParaRPr b="0" lang="pl-PL" sz="18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1800" strike="noStrike" u="none">
                <a:solidFill>
                  <a:schemeClr val="accent3">
                    <a:lumMod val="25000"/>
                  </a:schemeClr>
                </a:solidFill>
                <a:uFillTx/>
                <a:latin typeface="Abadi"/>
              </a:rPr>
              <a:t>99/101 missions had successful outcome</a:t>
            </a:r>
            <a:endParaRPr b="0" lang="pl-PL" sz="18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1800" strike="noStrike" u="none">
                <a:solidFill>
                  <a:schemeClr val="accent3">
                    <a:lumMod val="25000"/>
                  </a:schemeClr>
                </a:solidFill>
                <a:uFillTx/>
                <a:latin typeface="Abadi"/>
              </a:rPr>
              <a:t>although a lot of landings failed</a:t>
            </a:r>
            <a:endParaRPr b="0" lang="pl-PL" sz="1800" strike="noStrike" u="none">
              <a:solidFill>
                <a:srgbClr val="000000"/>
              </a:solidFill>
              <a:uFillTx/>
              <a:latin typeface="Arial"/>
            </a:endParaRPr>
          </a:p>
        </p:txBody>
      </p:sp>
      <p:sp>
        <p:nvSpPr>
          <p:cNvPr id="149"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Results</a:t>
            </a:r>
            <a:endParaRPr b="0" lang="pl-PL" sz="4000" strike="noStrike" u="none">
              <a:solidFill>
                <a:srgbClr val="000000"/>
              </a:solidFill>
              <a:uFillTx/>
              <a:latin typeface="Arial"/>
            </a:endParaRPr>
          </a:p>
        </p:txBody>
      </p:sp>
      <p:sp>
        <p:nvSpPr>
          <p:cNvPr id="150" name="Content Placeholder 1"/>
          <p:cNvSpPr/>
          <p:nvPr/>
        </p:nvSpPr>
        <p:spPr>
          <a:xfrm>
            <a:off x="6084000" y="1800000"/>
            <a:ext cx="5400000" cy="3952800"/>
          </a:xfrm>
          <a:prstGeom prst="rect">
            <a:avLst/>
          </a:prstGeom>
          <a:noFill/>
          <a:ln w="0">
            <a:noFill/>
          </a:ln>
        </p:spPr>
        <p:style>
          <a:lnRef idx="0"/>
          <a:fillRef idx="0"/>
          <a:effectRef idx="0"/>
          <a:fontRef idx="minor"/>
        </p:style>
        <p:txBody>
          <a:bodyPr anchor="t">
            <a:normAutofit/>
          </a:bodyPr>
          <a:p>
            <a:pPr marL="228600" indent="-228600" defTabSz="914400">
              <a:lnSpc>
                <a:spcPct val="100000"/>
              </a:lnSpc>
              <a:spcBef>
                <a:spcPts val="1400"/>
              </a:spcBef>
              <a:buClr>
                <a:srgbClr val="292929"/>
              </a:buClr>
              <a:buFont typeface="Arial"/>
              <a:buChar char="•"/>
            </a:pPr>
            <a:r>
              <a:rPr b="1" lang="en-US" sz="1800" strike="noStrike" u="none">
                <a:solidFill>
                  <a:schemeClr val="accent3">
                    <a:lumMod val="25000"/>
                  </a:schemeClr>
                </a:solidFill>
                <a:uFillTx/>
                <a:latin typeface="Abadi"/>
              </a:rPr>
              <a:t>Interactive dashboards and classification:</a:t>
            </a:r>
            <a:endParaRPr b="0" lang="pl-PL" sz="18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1800" strike="noStrike" u="none">
                <a:solidFill>
                  <a:schemeClr val="accent3">
                    <a:lumMod val="25000"/>
                  </a:schemeClr>
                </a:solidFill>
                <a:uFillTx/>
                <a:latin typeface="Abadi"/>
              </a:rPr>
              <a:t>most success were with launch site KSC LC-39A</a:t>
            </a:r>
            <a:endParaRPr b="0" lang="pl-PL" sz="18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1800" strike="noStrike" u="none">
                <a:solidFill>
                  <a:schemeClr val="accent3">
                    <a:lumMod val="25000"/>
                  </a:schemeClr>
                </a:solidFill>
                <a:uFillTx/>
                <a:latin typeface="Abadi"/>
              </a:rPr>
              <a:t>no significant correlation between payload mass and success, except a lot of failures for payload mass between 500-750 kg</a:t>
            </a:r>
            <a:endParaRPr b="0" lang="pl-PL" sz="18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1800" strike="noStrike" u="none">
                <a:solidFill>
                  <a:schemeClr val="accent3">
                    <a:lumMod val="25000"/>
                  </a:schemeClr>
                </a:solidFill>
                <a:uFillTx/>
                <a:latin typeface="Abadi"/>
              </a:rPr>
              <a:t>best achieved score on test data was 83.3%</a:t>
            </a:r>
            <a:endParaRPr b="0" lang="pl-PL" sz="18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1800" strike="noStrike" u="none">
                <a:solidFill>
                  <a:schemeClr val="accent3">
                    <a:lumMod val="25000"/>
                  </a:schemeClr>
                </a:solidFill>
                <a:uFillTx/>
                <a:latin typeface="Abadi"/>
              </a:rPr>
              <a:t>all estimators achieved same score</a:t>
            </a:r>
            <a:endParaRPr b="0" lang="pl-PL" sz="1800" strike="noStrike" u="none">
              <a:solidFill>
                <a:srgbClr val="000000"/>
              </a:solidFill>
              <a:uFillTx/>
              <a:latin typeface="Arial"/>
            </a:endParaRPr>
          </a:p>
          <a:p>
            <a:pPr marL="228600" indent="-228600" defTabSz="914400">
              <a:lnSpc>
                <a:spcPct val="100000"/>
              </a:lnSpc>
              <a:spcBef>
                <a:spcPts val="1400"/>
              </a:spcBef>
              <a:buClr>
                <a:srgbClr val="292929"/>
              </a:buClr>
              <a:buFont typeface="Arial"/>
              <a:buChar char="•"/>
            </a:pPr>
            <a:r>
              <a:rPr b="0" lang="en-US" sz="1800" strike="noStrike" u="none">
                <a:solidFill>
                  <a:schemeClr val="accent3">
                    <a:lumMod val="25000"/>
                  </a:schemeClr>
                </a:solidFill>
                <a:uFillTx/>
                <a:latin typeface="Abadi"/>
              </a:rPr>
              <a:t>100% accuracy for negative</a:t>
            </a:r>
            <a:br>
              <a:rPr sz="1800"/>
            </a:br>
            <a:r>
              <a:rPr b="0" lang="en-US" sz="1800" strike="noStrike" u="none">
                <a:solidFill>
                  <a:schemeClr val="accent3">
                    <a:lumMod val="25000"/>
                  </a:schemeClr>
                </a:solidFill>
                <a:uFillTx/>
                <a:latin typeface="Abadi"/>
              </a:rPr>
              <a:t>80% accuracy for positive cases</a:t>
            </a:r>
            <a:endParaRPr b="0" lang="pl-PL" sz="1800" strike="noStrike" u="none">
              <a:solidFill>
                <a:srgbClr val="000000"/>
              </a:solidFill>
              <a:uFillTx/>
              <a:latin typeface="Arial"/>
            </a:endParaRPr>
          </a:p>
        </p:txBody>
      </p:sp>
      <p:sp>
        <p:nvSpPr>
          <p:cNvPr id="2" name="PlaceHolder 1"/>
          <p:cNvSpPr>
            <a:spLocks noGrp="1"/>
          </p:cNvSpPr>
          <p:nvPr>
            <p:ph type="sldNum" idx="1"/>
          </p:nvPr>
        </p:nvSpPr>
        <p:spPr/>
        <p:txBody>
          <a:bodyPr/>
          <a:p>
            <a:fld id="{BF70B26E-3DD7-458A-B602-6C03FC620569}" type="slidenum">
              <a:t>16</a:t>
            </a:fld>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51" name="TextBox 1"/>
          <p:cNvSpPr/>
          <p:nvPr/>
        </p:nvSpPr>
        <p:spPr>
          <a:xfrm>
            <a:off x="811080" y="2529720"/>
            <a:ext cx="1032120" cy="363960"/>
          </a:xfrm>
          <a:prstGeom prst="rect">
            <a:avLst/>
          </a:prstGeom>
          <a:solidFill>
            <a:srgbClr val="0948cb"/>
          </a:solid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trike="noStrike" u="none">
                <a:solidFill>
                  <a:schemeClr val="lt1"/>
                </a:solidFill>
                <a:uFillTx/>
                <a:latin typeface="Calibri"/>
              </a:rPr>
              <a:t>Section 2</a:t>
            </a:r>
            <a:endParaRPr b="0" lang="pl-PL" sz="1800" strike="noStrike" u="none">
              <a:solidFill>
                <a:srgbClr val="ffffff"/>
              </a:solidFill>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52" name="PlaceHolder 1"/>
          <p:cNvSpPr>
            <a:spLocks noGrp="1"/>
          </p:cNvSpPr>
          <p:nvPr>
            <p:ph/>
          </p:nvPr>
        </p:nvSpPr>
        <p:spPr>
          <a:xfrm>
            <a:off x="900000" y="4140000"/>
            <a:ext cx="9900000" cy="1813320"/>
          </a:xfrm>
          <a:prstGeom prst="rect">
            <a:avLst/>
          </a:prstGeom>
          <a:noFill/>
          <a:ln w="0">
            <a:noFill/>
          </a:ln>
        </p:spPr>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CA" sz="2200" strike="noStrike" u="none">
                <a:solidFill>
                  <a:schemeClr val="accent3">
                    <a:lumMod val="25000"/>
                  </a:schemeClr>
                </a:solidFill>
                <a:uFillTx/>
                <a:latin typeface="Abadi"/>
              </a:rPr>
              <a:t>First flights were mostly failure, </a:t>
            </a:r>
            <a:r>
              <a:rPr b="0" lang="en-CA" sz="2200" strike="noStrike" u="none">
                <a:solidFill>
                  <a:schemeClr val="accent3">
                    <a:lumMod val="25000"/>
                  </a:schemeClr>
                </a:solidFill>
                <a:uFillTx/>
                <a:latin typeface="Abadi"/>
              </a:rPr>
              <a:t>launched on CCAFS SLC 40</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CA" sz="2200" strike="noStrike" u="none">
                <a:solidFill>
                  <a:schemeClr val="accent3">
                    <a:lumMod val="25000"/>
                  </a:schemeClr>
                </a:solidFill>
                <a:uFillTx/>
                <a:latin typeface="Abadi"/>
              </a:rPr>
              <a:t>Recent flights were successful mostly </a:t>
            </a:r>
            <a:r>
              <a:rPr b="0" lang="en-CA" sz="2200" strike="noStrike" u="none">
                <a:solidFill>
                  <a:schemeClr val="accent3">
                    <a:lumMod val="25000"/>
                  </a:schemeClr>
                </a:solidFill>
                <a:uFillTx/>
                <a:latin typeface="Abadi"/>
              </a:rPr>
              <a:t>launched on CCAFS and KSC</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CA" sz="2200" strike="noStrike" u="none">
                <a:solidFill>
                  <a:schemeClr val="accent3">
                    <a:lumMod val="25000"/>
                  </a:schemeClr>
                </a:solidFill>
                <a:uFillTx/>
                <a:latin typeface="Abadi"/>
              </a:rPr>
              <a:t>VAFB was launched rarely</a:t>
            </a:r>
            <a:endParaRPr b="0" lang="en-US" sz="2200" strike="noStrike" u="none">
              <a:solidFill>
                <a:schemeClr val="dk1"/>
              </a:solidFill>
              <a:uFillTx/>
              <a:latin typeface="Calibri"/>
            </a:endParaRPr>
          </a:p>
          <a:p>
            <a:pPr indent="0" defTabSz="914400">
              <a:lnSpc>
                <a:spcPct val="100000"/>
              </a:lnSpc>
              <a:spcBef>
                <a:spcPts val="1400"/>
              </a:spcBef>
              <a:buNone/>
            </a:pPr>
            <a:endParaRPr b="0" lang="en-US" sz="2200" strike="noStrike" u="none">
              <a:solidFill>
                <a:schemeClr val="dk1"/>
              </a:solidFill>
              <a:uFillTx/>
              <a:latin typeface="Calibri"/>
            </a:endParaRPr>
          </a:p>
        </p:txBody>
      </p:sp>
      <p:sp>
        <p:nvSpPr>
          <p:cNvPr id="153"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Flight Number vs. Launch Site</a:t>
            </a:r>
            <a:endParaRPr b="0" lang="pl-PL" sz="4000" strike="noStrike" u="none">
              <a:solidFill>
                <a:srgbClr val="000000"/>
              </a:solidFill>
              <a:uFillTx/>
              <a:latin typeface="Arial"/>
            </a:endParaRPr>
          </a:p>
        </p:txBody>
      </p:sp>
      <p:pic>
        <p:nvPicPr>
          <p:cNvPr id="154" name="" descr=""/>
          <p:cNvPicPr/>
          <p:nvPr/>
        </p:nvPicPr>
        <p:blipFill>
          <a:blip r:embed="rId2"/>
          <a:stretch/>
        </p:blipFill>
        <p:spPr>
          <a:xfrm>
            <a:off x="768240" y="1800000"/>
            <a:ext cx="10031760" cy="1965240"/>
          </a:xfrm>
          <a:prstGeom prst="rect">
            <a:avLst/>
          </a:prstGeom>
          <a:noFill/>
          <a:ln w="0">
            <a:noFill/>
          </a:ln>
        </p:spPr>
      </p:pic>
      <p:sp>
        <p:nvSpPr>
          <p:cNvPr id="3" name="PlaceHolder 2"/>
          <p:cNvSpPr>
            <a:spLocks noGrp="1"/>
          </p:cNvSpPr>
          <p:nvPr>
            <p:ph type="sldNum" idx="1"/>
          </p:nvPr>
        </p:nvSpPr>
        <p:spPr/>
        <p:txBody>
          <a:bodyPr/>
          <a:p>
            <a:fld id="{83B2EA02-4935-490B-AFEB-1381BB8AF47D}" type="slidenum">
              <a:t>18</a:t>
            </a:fld>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55" name="PlaceHolder 1"/>
          <p:cNvSpPr>
            <a:spLocks noGrp="1"/>
          </p:cNvSpPr>
          <p:nvPr>
            <p:ph/>
          </p:nvPr>
        </p:nvSpPr>
        <p:spPr>
          <a:xfrm>
            <a:off x="6480000" y="1588680"/>
            <a:ext cx="5220000" cy="4171320"/>
          </a:xfrm>
          <a:prstGeom prst="rect">
            <a:avLst/>
          </a:prstGeom>
          <a:noFill/>
          <a:ln w="0">
            <a:noFill/>
          </a:ln>
        </p:spPr>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CA" sz="2200" strike="noStrike" u="none">
                <a:solidFill>
                  <a:schemeClr val="accent3">
                    <a:lumMod val="25000"/>
                  </a:schemeClr>
                </a:solidFill>
                <a:uFillTx/>
                <a:latin typeface="Abadi"/>
              </a:rPr>
              <a:t>CCAFS was mostly launched with payload mass less than 7,5t and with maximum mass</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CA" sz="2200" strike="noStrike" u="none">
                <a:solidFill>
                  <a:schemeClr val="accent3">
                    <a:lumMod val="25000"/>
                  </a:schemeClr>
                </a:solidFill>
                <a:uFillTx/>
                <a:latin typeface="Abadi"/>
              </a:rPr>
              <a:t>VAFB was used for mass ~10t with success</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CA" sz="2200" strike="noStrike" u="none">
                <a:solidFill>
                  <a:schemeClr val="accent3">
                    <a:lumMod val="25000"/>
                  </a:schemeClr>
                </a:solidFill>
                <a:uFillTx/>
                <a:latin typeface="Abadi"/>
              </a:rPr>
              <a:t>KSC was used similarly to CCAFS</a:t>
            </a:r>
            <a:endParaRPr b="0" lang="en-US" sz="2200" strike="noStrike" u="none">
              <a:solidFill>
                <a:schemeClr val="dk1"/>
              </a:solidFill>
              <a:uFillTx/>
              <a:latin typeface="Calibri"/>
            </a:endParaRPr>
          </a:p>
        </p:txBody>
      </p:sp>
      <p:sp>
        <p:nvSpPr>
          <p:cNvPr id="156"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Payload vs. Launch Site</a:t>
            </a:r>
            <a:endParaRPr b="0" lang="pl-PL" sz="4000" strike="noStrike" u="none">
              <a:solidFill>
                <a:srgbClr val="000000"/>
              </a:solidFill>
              <a:uFillTx/>
              <a:latin typeface="Arial"/>
            </a:endParaRPr>
          </a:p>
        </p:txBody>
      </p:sp>
      <p:pic>
        <p:nvPicPr>
          <p:cNvPr id="157" name="" descr=""/>
          <p:cNvPicPr/>
          <p:nvPr/>
        </p:nvPicPr>
        <p:blipFill>
          <a:blip r:embed="rId2"/>
          <a:stretch/>
        </p:blipFill>
        <p:spPr>
          <a:xfrm>
            <a:off x="900000" y="1539000"/>
            <a:ext cx="5276520" cy="4790880"/>
          </a:xfrm>
          <a:prstGeom prst="rect">
            <a:avLst/>
          </a:prstGeom>
          <a:noFill/>
          <a:ln w="0">
            <a:noFill/>
          </a:ln>
        </p:spPr>
      </p:pic>
      <p:sp>
        <p:nvSpPr>
          <p:cNvPr id="3" name="PlaceHolder 2"/>
          <p:cNvSpPr>
            <a:spLocks noGrp="1"/>
          </p:cNvSpPr>
          <p:nvPr>
            <p:ph type="sldNum" idx="1"/>
          </p:nvPr>
        </p:nvSpPr>
        <p:spPr/>
        <p:txBody>
          <a:bodyPr/>
          <a:p>
            <a:fld id="{15054273-8EE9-46F4-8628-BB82378E055F}" type="slidenum">
              <a:t>19</a:t>
            </a:fld>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58" name="PlaceHolder 1"/>
          <p:cNvSpPr>
            <a:spLocks noGrp="1"/>
          </p:cNvSpPr>
          <p:nvPr>
            <p:ph/>
          </p:nvPr>
        </p:nvSpPr>
        <p:spPr>
          <a:xfrm>
            <a:off x="7560000" y="1768680"/>
            <a:ext cx="3931920" cy="3811320"/>
          </a:xfrm>
          <a:prstGeom prst="rect">
            <a:avLst/>
          </a:prstGeom>
          <a:noFill/>
          <a:ln w="0">
            <a:noFill/>
          </a:ln>
        </p:spPr>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100% success for orbits:</a:t>
            </a:r>
            <a:br>
              <a:rPr sz="2200"/>
            </a:br>
            <a:r>
              <a:rPr b="0" lang="en-US" sz="2200" strike="noStrike" u="none">
                <a:solidFill>
                  <a:schemeClr val="accent3">
                    <a:lumMod val="25000"/>
                  </a:schemeClr>
                </a:solidFill>
                <a:uFillTx/>
                <a:latin typeface="Abadi"/>
              </a:rPr>
              <a:t>ES-L1, SSO, HEO, GEO</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Smallest success rate for GTO (~50%) probably because of a lot tries in early stage</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Small confidence for results for MEO orbit </a:t>
            </a:r>
            <a:endParaRPr b="0" lang="en-US" sz="2200" strike="noStrike" u="none">
              <a:solidFill>
                <a:schemeClr val="dk1"/>
              </a:solidFill>
              <a:uFillTx/>
              <a:latin typeface="Calibri"/>
            </a:endParaRPr>
          </a:p>
        </p:txBody>
      </p:sp>
      <p:sp>
        <p:nvSpPr>
          <p:cNvPr id="159"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Success Rate vs. Orbit Type</a:t>
            </a:r>
            <a:endParaRPr b="0" lang="pl-PL" sz="4000" strike="noStrike" u="none">
              <a:solidFill>
                <a:srgbClr val="000000"/>
              </a:solidFill>
              <a:uFillTx/>
              <a:latin typeface="Arial"/>
            </a:endParaRPr>
          </a:p>
        </p:txBody>
      </p:sp>
      <p:pic>
        <p:nvPicPr>
          <p:cNvPr id="160" name="" descr=""/>
          <p:cNvPicPr/>
          <p:nvPr/>
        </p:nvPicPr>
        <p:blipFill>
          <a:blip r:embed="rId2"/>
          <a:stretch/>
        </p:blipFill>
        <p:spPr>
          <a:xfrm>
            <a:off x="798480" y="1620000"/>
            <a:ext cx="6581520" cy="4485960"/>
          </a:xfrm>
          <a:prstGeom prst="rect">
            <a:avLst/>
          </a:prstGeom>
          <a:noFill/>
          <a:ln w="0">
            <a:noFill/>
          </a:ln>
        </p:spPr>
      </p:pic>
      <p:sp>
        <p:nvSpPr>
          <p:cNvPr id="3" name="PlaceHolder 2"/>
          <p:cNvSpPr>
            <a:spLocks noGrp="1"/>
          </p:cNvSpPr>
          <p:nvPr>
            <p:ph type="sldNum" idx="1"/>
          </p:nvPr>
        </p:nvSpPr>
        <p:spPr/>
        <p:txBody>
          <a:bodyPr/>
          <a:p>
            <a:fld id="{CB6BA605-41E7-446F-A313-188BEBC46C87}" type="slidenum">
              <a:t>20</a:t>
            </a:fld>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61" name="PlaceHolder 1"/>
          <p:cNvSpPr>
            <a:spLocks noGrp="1"/>
          </p:cNvSpPr>
          <p:nvPr>
            <p:ph/>
          </p:nvPr>
        </p:nvSpPr>
        <p:spPr>
          <a:xfrm>
            <a:off x="900000" y="4320000"/>
            <a:ext cx="8640000" cy="1800000"/>
          </a:xfrm>
          <a:prstGeom prst="rect">
            <a:avLst/>
          </a:prstGeom>
          <a:noFill/>
          <a:ln w="0">
            <a:noFill/>
          </a:ln>
        </p:spPr>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Most recent success launches were to VLEO orbit</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First launches were mostly done on orbits: LEO, ISS, GTO, PO</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GEO orbit was launched only once with success</a:t>
            </a:r>
            <a:br>
              <a:rPr sz="2200"/>
            </a:br>
            <a:r>
              <a:rPr b="0" lang="en-US" sz="2200" strike="noStrike" u="none">
                <a:solidFill>
                  <a:schemeClr val="accent3">
                    <a:lumMod val="25000"/>
                  </a:schemeClr>
                </a:solidFill>
                <a:uFillTx/>
                <a:latin typeface="Abadi"/>
              </a:rPr>
              <a:t>probably due to high cost</a:t>
            </a:r>
            <a:endParaRPr b="0" lang="en-US" sz="2200" strike="noStrike" u="none">
              <a:solidFill>
                <a:schemeClr val="dk1"/>
              </a:solidFill>
              <a:uFillTx/>
              <a:latin typeface="Calibri"/>
            </a:endParaRPr>
          </a:p>
        </p:txBody>
      </p:sp>
      <p:sp>
        <p:nvSpPr>
          <p:cNvPr id="162"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Flight Number vs. Orbit Type</a:t>
            </a:r>
            <a:endParaRPr b="0" lang="pl-PL" sz="4000" strike="noStrike" u="none">
              <a:solidFill>
                <a:srgbClr val="000000"/>
              </a:solidFill>
              <a:uFillTx/>
              <a:latin typeface="Arial"/>
            </a:endParaRPr>
          </a:p>
        </p:txBody>
      </p:sp>
      <p:pic>
        <p:nvPicPr>
          <p:cNvPr id="163" name="" descr=""/>
          <p:cNvPicPr/>
          <p:nvPr/>
        </p:nvPicPr>
        <p:blipFill>
          <a:blip r:embed="rId2"/>
          <a:stretch/>
        </p:blipFill>
        <p:spPr>
          <a:xfrm>
            <a:off x="331560" y="1620000"/>
            <a:ext cx="11008440" cy="2160000"/>
          </a:xfrm>
          <a:prstGeom prst="rect">
            <a:avLst/>
          </a:prstGeom>
          <a:noFill/>
          <a:ln w="0">
            <a:noFill/>
          </a:ln>
        </p:spPr>
      </p:pic>
      <p:sp>
        <p:nvSpPr>
          <p:cNvPr id="3" name="PlaceHolder 2"/>
          <p:cNvSpPr>
            <a:spLocks noGrp="1"/>
          </p:cNvSpPr>
          <p:nvPr>
            <p:ph type="sldNum" idx="1"/>
          </p:nvPr>
        </p:nvSpPr>
        <p:spPr/>
        <p:txBody>
          <a:bodyPr/>
          <a:p>
            <a:fld id="{BEB57E40-21FF-44F2-99DC-9D00D95342F6}" type="slidenum">
              <a:t>21</a:t>
            </a:fld>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64" name="PlaceHolder 1"/>
          <p:cNvSpPr>
            <a:spLocks noGrp="1"/>
          </p:cNvSpPr>
          <p:nvPr>
            <p:ph/>
          </p:nvPr>
        </p:nvSpPr>
        <p:spPr>
          <a:xfrm>
            <a:off x="748080" y="3960000"/>
            <a:ext cx="9871920" cy="2551320"/>
          </a:xfrm>
          <a:prstGeom prst="rect">
            <a:avLst/>
          </a:prstGeom>
          <a:noFill/>
          <a:ln w="0">
            <a:noFill/>
          </a:ln>
        </p:spPr>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Launches with high payload were only done with VLEO orbit</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Small payloads were sent to ISS orbit mostly</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Medium payloads were tested mostly on GTO orbit</a:t>
            </a:r>
            <a:br>
              <a:rPr sz="2200"/>
            </a:br>
            <a:r>
              <a:rPr b="0" lang="en-US" sz="2200" strike="noStrike" u="none">
                <a:solidFill>
                  <a:schemeClr val="accent3">
                    <a:lumMod val="25000"/>
                  </a:schemeClr>
                </a:solidFill>
                <a:uFillTx/>
                <a:latin typeface="Abadi"/>
              </a:rPr>
              <a:t>(with a lot of failures)</a:t>
            </a:r>
            <a:endParaRPr b="0" lang="en-US" sz="2200" strike="noStrike" u="none">
              <a:solidFill>
                <a:schemeClr val="dk1"/>
              </a:solidFill>
              <a:uFillTx/>
              <a:latin typeface="Calibri"/>
            </a:endParaRPr>
          </a:p>
        </p:txBody>
      </p:sp>
      <p:sp>
        <p:nvSpPr>
          <p:cNvPr id="165"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Payload vs. Orbit Type</a:t>
            </a:r>
            <a:endParaRPr b="0" lang="pl-PL" sz="4000" strike="noStrike" u="none">
              <a:solidFill>
                <a:srgbClr val="000000"/>
              </a:solidFill>
              <a:uFillTx/>
              <a:latin typeface="Arial"/>
            </a:endParaRPr>
          </a:p>
        </p:txBody>
      </p:sp>
      <p:pic>
        <p:nvPicPr>
          <p:cNvPr id="166" name="" descr=""/>
          <p:cNvPicPr/>
          <p:nvPr/>
        </p:nvPicPr>
        <p:blipFill>
          <a:blip r:embed="rId2"/>
          <a:stretch/>
        </p:blipFill>
        <p:spPr>
          <a:xfrm>
            <a:off x="540000" y="1620000"/>
            <a:ext cx="10931760" cy="2144880"/>
          </a:xfrm>
          <a:prstGeom prst="rect">
            <a:avLst/>
          </a:prstGeom>
          <a:noFill/>
          <a:ln w="0">
            <a:noFill/>
          </a:ln>
        </p:spPr>
      </p:pic>
      <p:sp>
        <p:nvSpPr>
          <p:cNvPr id="3" name="PlaceHolder 2"/>
          <p:cNvSpPr>
            <a:spLocks noGrp="1"/>
          </p:cNvSpPr>
          <p:nvPr>
            <p:ph type="sldNum" idx="1"/>
          </p:nvPr>
        </p:nvSpPr>
        <p:spPr/>
        <p:txBody>
          <a:bodyPr/>
          <a:p>
            <a:fld id="{AB5039CE-D031-4CF3-A989-7FB1134176AB}" type="slidenum">
              <a:t>22</a:t>
            </a:fld>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67" name="PlaceHolder 1"/>
          <p:cNvSpPr>
            <a:spLocks noGrp="1"/>
          </p:cNvSpPr>
          <p:nvPr>
            <p:ph/>
          </p:nvPr>
        </p:nvSpPr>
        <p:spPr>
          <a:xfrm>
            <a:off x="7228080" y="1800000"/>
            <a:ext cx="3931920" cy="3811320"/>
          </a:xfrm>
          <a:prstGeom prst="rect">
            <a:avLst/>
          </a:prstGeom>
          <a:noFill/>
          <a:ln w="0">
            <a:noFill/>
          </a:ln>
        </p:spPr>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First success was in 2013</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Most increasing trend was between 2013 and 2017</a:t>
            </a: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Average success rate in recent years was around 80%     (2017-2020)</a:t>
            </a:r>
            <a:endParaRPr b="0" lang="en-US" sz="2200" strike="noStrike" u="none">
              <a:solidFill>
                <a:schemeClr val="dk1"/>
              </a:solidFill>
              <a:uFillTx/>
              <a:latin typeface="Calibri"/>
            </a:endParaRPr>
          </a:p>
        </p:txBody>
      </p:sp>
      <p:sp>
        <p:nvSpPr>
          <p:cNvPr id="168"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Launch Success Yearly Trend</a:t>
            </a:r>
            <a:endParaRPr b="0" lang="pl-PL" sz="4000" strike="noStrike" u="none">
              <a:solidFill>
                <a:srgbClr val="000000"/>
              </a:solidFill>
              <a:uFillTx/>
              <a:latin typeface="Arial"/>
            </a:endParaRPr>
          </a:p>
        </p:txBody>
      </p:sp>
      <p:pic>
        <p:nvPicPr>
          <p:cNvPr id="169" name="" descr=""/>
          <p:cNvPicPr/>
          <p:nvPr/>
        </p:nvPicPr>
        <p:blipFill>
          <a:blip r:embed="rId2"/>
          <a:stretch/>
        </p:blipFill>
        <p:spPr>
          <a:xfrm>
            <a:off x="1126440" y="1692360"/>
            <a:ext cx="5533560" cy="4247640"/>
          </a:xfrm>
          <a:prstGeom prst="rect">
            <a:avLst/>
          </a:prstGeom>
          <a:noFill/>
          <a:ln w="0">
            <a:noFill/>
          </a:ln>
        </p:spPr>
      </p:pic>
      <p:sp>
        <p:nvSpPr>
          <p:cNvPr id="3" name="PlaceHolder 2"/>
          <p:cNvSpPr>
            <a:spLocks noGrp="1"/>
          </p:cNvSpPr>
          <p:nvPr>
            <p:ph type="sldNum" idx="1"/>
          </p:nvPr>
        </p:nvSpPr>
        <p:spPr/>
        <p:txBody>
          <a:bodyPr/>
          <a:p>
            <a:fld id="{7973D291-5DAE-4F33-BE04-53AE0126C7B6}" type="slidenum">
              <a:t>23</a:t>
            </a:fld>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70"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All Launch Site Names</a:t>
            </a:r>
            <a:endParaRPr b="0" lang="pl-PL" sz="4000" strike="noStrike" u="none">
              <a:solidFill>
                <a:srgbClr val="000000"/>
              </a:solidFill>
              <a:uFillTx/>
              <a:latin typeface="Arial"/>
            </a:endParaRPr>
          </a:p>
        </p:txBody>
      </p:sp>
      <p:sp>
        <p:nvSpPr>
          <p:cNvPr id="171" name=""/>
          <p:cNvSpPr txBox="1"/>
          <p:nvPr/>
        </p:nvSpPr>
        <p:spPr>
          <a:xfrm>
            <a:off x="1440000" y="1800000"/>
            <a:ext cx="8460000" cy="1080000"/>
          </a:xfrm>
          <a:prstGeom prst="rect">
            <a:avLst/>
          </a:prstGeom>
          <a:noFill/>
          <a:ln w="0">
            <a:noFill/>
          </a:ln>
        </p:spPr>
        <p:txBody>
          <a:bodyPr lIns="90000" rIns="90000" tIns="45000" bIns="45000" anchor="t">
            <a:noAutofit/>
          </a:bodyPr>
          <a:p>
            <a:r>
              <a:rPr b="0" lang="pl-PL" sz="2000" strike="noStrike" u="none">
                <a:solidFill>
                  <a:srgbClr val="000000"/>
                </a:solidFill>
                <a:uFillTx/>
                <a:latin typeface="Consolas"/>
              </a:rPr>
              <a:t>select distinct(launch_site)</a:t>
            </a:r>
            <a:br>
              <a:rPr sz="2000"/>
            </a:br>
            <a:r>
              <a:rPr b="0" lang="pl-PL" sz="2000" strike="noStrike" u="none">
                <a:solidFill>
                  <a:srgbClr val="000000"/>
                </a:solidFill>
                <a:uFillTx/>
                <a:latin typeface="Consolas"/>
              </a:rPr>
              <a:t>from spacextable</a:t>
            </a:r>
            <a:endParaRPr b="0" lang="pl-PL" sz="2000" strike="noStrike" u="none">
              <a:solidFill>
                <a:srgbClr val="000000"/>
              </a:solidFill>
              <a:uFillTx/>
              <a:latin typeface="Consolas"/>
            </a:endParaRPr>
          </a:p>
        </p:txBody>
      </p:sp>
      <p:sp>
        <p:nvSpPr>
          <p:cNvPr id="172" name=""/>
          <p:cNvSpPr txBox="1"/>
          <p:nvPr/>
        </p:nvSpPr>
        <p:spPr>
          <a:xfrm>
            <a:off x="1440000" y="3060000"/>
            <a:ext cx="3323160" cy="1132560"/>
          </a:xfrm>
          <a:prstGeom prst="rect">
            <a:avLst/>
          </a:prstGeom>
          <a:noFill/>
          <a:ln w="0">
            <a:noFill/>
          </a:ln>
        </p:spPr>
        <p:txBody>
          <a:bodyPr lIns="90000" rIns="90000" tIns="45000" bIns="45000" anchor="t">
            <a:noAutofit/>
          </a:bodyPr>
          <a:p>
            <a:r>
              <a:rPr b="0" lang="pl-PL" sz="2000" strike="noStrike" u="none">
                <a:solidFill>
                  <a:srgbClr val="000000"/>
                </a:solidFill>
                <a:uFillTx/>
                <a:latin typeface="Abidi"/>
              </a:rPr>
              <a:t>Zwraca unikalne nazwy miejsc startowych (launch_site).</a:t>
            </a:r>
            <a:endParaRPr b="0" lang="pl-PL" sz="2000" strike="noStrike" u="none">
              <a:solidFill>
                <a:srgbClr val="000000"/>
              </a:solidFill>
              <a:uFillTx/>
              <a:latin typeface="Abidi"/>
            </a:endParaRPr>
          </a:p>
        </p:txBody>
      </p:sp>
      <p:sp>
        <p:nvSpPr>
          <p:cNvPr id="2" name="PlaceHolder 1"/>
          <p:cNvSpPr>
            <a:spLocks noGrp="1"/>
          </p:cNvSpPr>
          <p:nvPr>
            <p:ph type="sldNum" idx="1"/>
          </p:nvPr>
        </p:nvSpPr>
        <p:spPr/>
        <p:txBody>
          <a:bodyPr/>
          <a:p>
            <a:fld id="{98875D49-F438-405F-9456-9705614A45E1}" type="slidenum">
              <a:t>24</a:t>
            </a:fld>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73"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Launch Site Names Begin with 'CCA'</a:t>
            </a:r>
            <a:endParaRPr b="0" lang="pl-PL" sz="4000" strike="noStrike" u="none">
              <a:solidFill>
                <a:srgbClr val="000000"/>
              </a:solidFill>
              <a:uFillTx/>
              <a:latin typeface="Arial"/>
            </a:endParaRPr>
          </a:p>
        </p:txBody>
      </p:sp>
      <p:sp>
        <p:nvSpPr>
          <p:cNvPr id="174" name=""/>
          <p:cNvSpPr txBox="1"/>
          <p:nvPr/>
        </p:nvSpPr>
        <p:spPr>
          <a:xfrm>
            <a:off x="1440000" y="1800000"/>
            <a:ext cx="8460000" cy="2340000"/>
          </a:xfrm>
          <a:prstGeom prst="rect">
            <a:avLst/>
          </a:prstGeom>
          <a:noFill/>
          <a:ln w="0">
            <a:noFill/>
          </a:ln>
        </p:spPr>
        <p:txBody>
          <a:bodyPr lIns="90000" rIns="90000" tIns="45000" bIns="45000" anchor="t">
            <a:noAutofit/>
          </a:bodyPr>
          <a:p>
            <a:r>
              <a:rPr b="0" lang="pl-PL" sz="2000" strike="noStrike" u="none">
                <a:solidFill>
                  <a:srgbClr val="000000"/>
                </a:solidFill>
                <a:uFillTx/>
                <a:latin typeface="Consolas"/>
              </a:rPr>
              <a:t>Select *</a:t>
            </a:r>
            <a:br>
              <a:rPr sz="2000"/>
            </a:br>
            <a:r>
              <a:rPr b="0" lang="pl-PL" sz="2000" strike="noStrike" u="none">
                <a:solidFill>
                  <a:srgbClr val="000000"/>
                </a:solidFill>
                <a:uFillTx/>
                <a:latin typeface="Consolas"/>
              </a:rPr>
              <a:t>from spacextable</a:t>
            </a:r>
            <a:br>
              <a:rPr sz="2000"/>
            </a:br>
            <a:r>
              <a:rPr b="0" lang="pl-PL" sz="2000" strike="noStrike" u="none">
                <a:solidFill>
                  <a:srgbClr val="000000"/>
                </a:solidFill>
                <a:uFillTx/>
                <a:latin typeface="Consolas"/>
              </a:rPr>
              <a:t>where launch_site like 'CCA%'</a:t>
            </a:r>
            <a:br>
              <a:rPr sz="2000"/>
            </a:br>
            <a:r>
              <a:rPr b="0" lang="pl-PL" sz="2000" strike="noStrike" u="none">
                <a:solidFill>
                  <a:srgbClr val="000000"/>
                </a:solidFill>
                <a:uFillTx/>
                <a:latin typeface="Consolas"/>
              </a:rPr>
              <a:t>limit 5</a:t>
            </a:r>
            <a:endParaRPr b="0" lang="pl-PL" sz="2000" strike="noStrike" u="none">
              <a:solidFill>
                <a:srgbClr val="000000"/>
              </a:solidFill>
              <a:uFillTx/>
              <a:latin typeface="Consolas"/>
            </a:endParaRPr>
          </a:p>
        </p:txBody>
      </p:sp>
      <p:sp>
        <p:nvSpPr>
          <p:cNvPr id="175" name=""/>
          <p:cNvSpPr txBox="1"/>
          <p:nvPr/>
        </p:nvSpPr>
        <p:spPr>
          <a:xfrm>
            <a:off x="1440000" y="4100040"/>
            <a:ext cx="7920000" cy="1479960"/>
          </a:xfrm>
          <a:prstGeom prst="rect">
            <a:avLst/>
          </a:prstGeom>
          <a:noFill/>
          <a:ln w="0">
            <a:noFill/>
          </a:ln>
        </p:spPr>
        <p:txBody>
          <a:bodyPr lIns="90000" rIns="90000" tIns="45000" bIns="45000" anchor="t">
            <a:noAutofit/>
          </a:bodyPr>
          <a:p>
            <a:r>
              <a:rPr b="0" lang="pl-PL" sz="2000" strike="noStrike" u="none">
                <a:solidFill>
                  <a:srgbClr val="000000"/>
                </a:solidFill>
                <a:uFillTx/>
                <a:latin typeface="Abidi"/>
              </a:rPr>
              <a:t>Gets first 5 rows from table, where launch site begins with ‘CCA’</a:t>
            </a:r>
            <a:endParaRPr b="0" lang="pl-PL" sz="2000" strike="noStrike" u="none">
              <a:solidFill>
                <a:srgbClr val="000000"/>
              </a:solidFill>
              <a:uFillTx/>
              <a:latin typeface="Abidi"/>
            </a:endParaRPr>
          </a:p>
        </p:txBody>
      </p:sp>
      <p:sp>
        <p:nvSpPr>
          <p:cNvPr id="2" name="PlaceHolder 1"/>
          <p:cNvSpPr>
            <a:spLocks noGrp="1"/>
          </p:cNvSpPr>
          <p:nvPr>
            <p:ph type="sldNum" idx="1"/>
          </p:nvPr>
        </p:nvSpPr>
        <p:spPr/>
        <p:txBody>
          <a:bodyPr/>
          <a:p>
            <a:fld id="{D8027634-E779-4BDA-BF76-90D6B76E0A7E}" type="slidenum">
              <a:t>25</a:t>
            </a:fld>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76"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Total Payload Mass</a:t>
            </a:r>
            <a:endParaRPr b="0" lang="pl-PL" sz="4000" strike="noStrike" u="none">
              <a:solidFill>
                <a:srgbClr val="000000"/>
              </a:solidFill>
              <a:uFillTx/>
              <a:latin typeface="Arial"/>
            </a:endParaRPr>
          </a:p>
        </p:txBody>
      </p:sp>
      <p:sp>
        <p:nvSpPr>
          <p:cNvPr id="177" name=""/>
          <p:cNvSpPr txBox="1"/>
          <p:nvPr/>
        </p:nvSpPr>
        <p:spPr>
          <a:xfrm>
            <a:off x="1440000" y="1800000"/>
            <a:ext cx="8460000" cy="2340000"/>
          </a:xfrm>
          <a:prstGeom prst="rect">
            <a:avLst/>
          </a:prstGeom>
          <a:noFill/>
          <a:ln w="0">
            <a:noFill/>
          </a:ln>
        </p:spPr>
        <p:txBody>
          <a:bodyPr lIns="90000" rIns="90000" tIns="45000" bIns="45000" anchor="t">
            <a:noAutofit/>
          </a:bodyPr>
          <a:p>
            <a:r>
              <a:rPr b="0" lang="pl-PL" sz="2000" strike="noStrike" u="none">
                <a:solidFill>
                  <a:srgbClr val="000000"/>
                </a:solidFill>
                <a:uFillTx/>
                <a:latin typeface="Consolas"/>
              </a:rPr>
              <a:t>select sum(payload_mass__kg_)</a:t>
            </a:r>
            <a:br>
              <a:rPr sz="2000"/>
            </a:br>
            <a:r>
              <a:rPr b="0" lang="pl-PL" sz="2000" strike="noStrike" u="none">
                <a:solidFill>
                  <a:srgbClr val="000000"/>
                </a:solidFill>
                <a:uFillTx/>
                <a:latin typeface="Consolas"/>
              </a:rPr>
              <a:t>from spacextable</a:t>
            </a:r>
            <a:br>
              <a:rPr sz="2000"/>
            </a:br>
            <a:r>
              <a:rPr b="0" lang="pl-PL" sz="2000" strike="noStrike" u="none">
                <a:solidFill>
                  <a:srgbClr val="000000"/>
                </a:solidFill>
                <a:uFillTx/>
                <a:latin typeface="Consolas"/>
              </a:rPr>
              <a:t>where customer = 'NASA (CRS)'</a:t>
            </a:r>
            <a:endParaRPr b="0" lang="pl-PL" sz="2000" strike="noStrike" u="none">
              <a:solidFill>
                <a:srgbClr val="000000"/>
              </a:solidFill>
              <a:uFillTx/>
              <a:latin typeface="Consolas"/>
            </a:endParaRPr>
          </a:p>
        </p:txBody>
      </p:sp>
      <p:sp>
        <p:nvSpPr>
          <p:cNvPr id="178" name=""/>
          <p:cNvSpPr txBox="1"/>
          <p:nvPr/>
        </p:nvSpPr>
        <p:spPr>
          <a:xfrm>
            <a:off x="1440000" y="4100400"/>
            <a:ext cx="8280000" cy="1479960"/>
          </a:xfrm>
          <a:prstGeom prst="rect">
            <a:avLst/>
          </a:prstGeom>
          <a:noFill/>
          <a:ln w="0">
            <a:noFill/>
          </a:ln>
        </p:spPr>
        <p:txBody>
          <a:bodyPr lIns="90000" rIns="90000" tIns="45000" bIns="45000" anchor="t">
            <a:noAutofit/>
          </a:bodyPr>
          <a:p>
            <a:r>
              <a:rPr b="0" lang="pl-PL" sz="2000" strike="noStrike" u="none">
                <a:solidFill>
                  <a:srgbClr val="000000"/>
                </a:solidFill>
                <a:uFillTx/>
                <a:latin typeface="Abidi"/>
              </a:rPr>
              <a:t>Calculates total payload mass launched for customer NASA (CRS)</a:t>
            </a:r>
            <a:endParaRPr b="0" lang="pl-PL" sz="2000" strike="noStrike" u="none">
              <a:solidFill>
                <a:srgbClr val="000000"/>
              </a:solidFill>
              <a:uFillTx/>
              <a:latin typeface="Abidi"/>
            </a:endParaRPr>
          </a:p>
        </p:txBody>
      </p:sp>
      <p:sp>
        <p:nvSpPr>
          <p:cNvPr id="2" name="PlaceHolder 1"/>
          <p:cNvSpPr>
            <a:spLocks noGrp="1"/>
          </p:cNvSpPr>
          <p:nvPr>
            <p:ph type="sldNum" idx="1"/>
          </p:nvPr>
        </p:nvSpPr>
        <p:spPr/>
        <p:txBody>
          <a:bodyPr/>
          <a:p>
            <a:fld id="{64383030-A71D-4E96-B467-B5E5EE022A10}" type="slidenum">
              <a:t>26</a:t>
            </a:fld>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79" name="Title 3"/>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Average Payload Mass by F9 v1.1</a:t>
            </a:r>
            <a:endParaRPr b="0" lang="pl-PL" sz="4000" strike="noStrike" u="none">
              <a:solidFill>
                <a:srgbClr val="000000"/>
              </a:solidFill>
              <a:uFillTx/>
              <a:latin typeface="Arial"/>
            </a:endParaRPr>
          </a:p>
        </p:txBody>
      </p:sp>
      <p:sp>
        <p:nvSpPr>
          <p:cNvPr id="180" name=""/>
          <p:cNvSpPr txBox="1"/>
          <p:nvPr/>
        </p:nvSpPr>
        <p:spPr>
          <a:xfrm>
            <a:off x="1440000" y="1800000"/>
            <a:ext cx="8460000" cy="2340000"/>
          </a:xfrm>
          <a:prstGeom prst="rect">
            <a:avLst/>
          </a:prstGeom>
          <a:noFill/>
          <a:ln w="0">
            <a:noFill/>
          </a:ln>
        </p:spPr>
        <p:txBody>
          <a:bodyPr lIns="90000" rIns="90000" tIns="45000" bIns="45000" anchor="t">
            <a:noAutofit/>
          </a:bodyPr>
          <a:p>
            <a:r>
              <a:rPr b="0" lang="pl-PL" sz="2000" strike="noStrike" u="none">
                <a:solidFill>
                  <a:srgbClr val="000000"/>
                </a:solidFill>
                <a:uFillTx/>
                <a:latin typeface="Consolas"/>
              </a:rPr>
              <a:t>select avg(payload_mass__kg_)</a:t>
            </a:r>
            <a:br>
              <a:rPr sz="2000"/>
            </a:br>
            <a:r>
              <a:rPr b="0" lang="pl-PL" sz="2000" strike="noStrike" u="none">
                <a:solidFill>
                  <a:srgbClr val="000000"/>
                </a:solidFill>
                <a:uFillTx/>
                <a:latin typeface="Consolas"/>
              </a:rPr>
              <a:t>from spacextable</a:t>
            </a:r>
            <a:br>
              <a:rPr sz="2000"/>
            </a:br>
            <a:r>
              <a:rPr b="0" lang="pl-PL" sz="2000" strike="noStrike" u="none">
                <a:solidFill>
                  <a:srgbClr val="000000"/>
                </a:solidFill>
                <a:uFillTx/>
                <a:latin typeface="Consolas"/>
              </a:rPr>
              <a:t>where booster_version = 'F9 v1.1'</a:t>
            </a:r>
            <a:endParaRPr b="0" lang="pl-PL" sz="2000" strike="noStrike" u="none">
              <a:solidFill>
                <a:srgbClr val="000000"/>
              </a:solidFill>
              <a:uFillTx/>
              <a:latin typeface="Consolas"/>
            </a:endParaRPr>
          </a:p>
        </p:txBody>
      </p:sp>
      <p:sp>
        <p:nvSpPr>
          <p:cNvPr id="181" name=""/>
          <p:cNvSpPr txBox="1"/>
          <p:nvPr/>
        </p:nvSpPr>
        <p:spPr>
          <a:xfrm>
            <a:off x="1440000" y="4100400"/>
            <a:ext cx="8280000" cy="1479960"/>
          </a:xfrm>
          <a:prstGeom prst="rect">
            <a:avLst/>
          </a:prstGeom>
          <a:noFill/>
          <a:ln w="0">
            <a:noFill/>
          </a:ln>
        </p:spPr>
        <p:txBody>
          <a:bodyPr lIns="90000" rIns="90000" tIns="45000" bIns="45000" anchor="t">
            <a:noAutofit/>
          </a:bodyPr>
          <a:p>
            <a:r>
              <a:rPr b="0" lang="pl-PL" sz="2000" strike="noStrike" u="none">
                <a:solidFill>
                  <a:srgbClr val="000000"/>
                </a:solidFill>
                <a:uFillTx/>
                <a:latin typeface="Abidi"/>
              </a:rPr>
              <a:t>Calculates average payload mass for booster version F9 v1.1</a:t>
            </a:r>
            <a:endParaRPr b="0" lang="pl-PL" sz="2000" strike="noStrike" u="none">
              <a:solidFill>
                <a:srgbClr val="000000"/>
              </a:solidFill>
              <a:uFillTx/>
              <a:latin typeface="Abidi"/>
            </a:endParaRPr>
          </a:p>
        </p:txBody>
      </p:sp>
      <p:sp>
        <p:nvSpPr>
          <p:cNvPr id="2" name="PlaceHolder 1"/>
          <p:cNvSpPr>
            <a:spLocks noGrp="1"/>
          </p:cNvSpPr>
          <p:nvPr>
            <p:ph type="sldNum" idx="1"/>
          </p:nvPr>
        </p:nvSpPr>
        <p:spPr/>
        <p:txBody>
          <a:bodyPr/>
          <a:p>
            <a:fld id="{5641328C-603C-4F29-926D-1B1D7B4813F0}" type="slidenum">
              <a:t>27</a:t>
            </a:fld>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82"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First Successful Ground Landing Date</a:t>
            </a:r>
            <a:endParaRPr b="0" lang="pl-PL" sz="4000" strike="noStrike" u="none">
              <a:solidFill>
                <a:srgbClr val="000000"/>
              </a:solidFill>
              <a:uFillTx/>
              <a:latin typeface="Arial"/>
            </a:endParaRPr>
          </a:p>
        </p:txBody>
      </p:sp>
      <p:sp>
        <p:nvSpPr>
          <p:cNvPr id="183" name=""/>
          <p:cNvSpPr txBox="1"/>
          <p:nvPr/>
        </p:nvSpPr>
        <p:spPr>
          <a:xfrm>
            <a:off x="1440000" y="1800000"/>
            <a:ext cx="8460000" cy="2340000"/>
          </a:xfrm>
          <a:prstGeom prst="rect">
            <a:avLst/>
          </a:prstGeom>
          <a:noFill/>
          <a:ln w="0">
            <a:noFill/>
          </a:ln>
        </p:spPr>
        <p:txBody>
          <a:bodyPr lIns="90000" rIns="90000" tIns="45000" bIns="45000" anchor="t">
            <a:noAutofit/>
          </a:bodyPr>
          <a:p>
            <a:r>
              <a:rPr b="0" lang="pl-PL" sz="2000" strike="noStrike" u="none">
                <a:solidFill>
                  <a:srgbClr val="000000"/>
                </a:solidFill>
                <a:uFillTx/>
                <a:latin typeface="Consolas"/>
              </a:rPr>
              <a:t>select min(date)</a:t>
            </a:r>
            <a:br>
              <a:rPr sz="2000"/>
            </a:br>
            <a:r>
              <a:rPr b="0" lang="pl-PL" sz="2000" strike="noStrike" u="none">
                <a:solidFill>
                  <a:srgbClr val="000000"/>
                </a:solidFill>
                <a:uFillTx/>
                <a:latin typeface="Consolas"/>
              </a:rPr>
              <a:t>from spacextable</a:t>
            </a:r>
            <a:br>
              <a:rPr sz="2000"/>
            </a:br>
            <a:r>
              <a:rPr b="0" lang="pl-PL" sz="2000" strike="noStrike" u="none">
                <a:solidFill>
                  <a:srgbClr val="000000"/>
                </a:solidFill>
                <a:uFillTx/>
                <a:latin typeface="Consolas"/>
              </a:rPr>
              <a:t>where landing_outcome = 'Success (ground pad)'</a:t>
            </a:r>
            <a:endParaRPr b="0" lang="pl-PL" sz="2000" strike="noStrike" u="none">
              <a:solidFill>
                <a:srgbClr val="000000"/>
              </a:solidFill>
              <a:uFillTx/>
              <a:latin typeface="Consolas"/>
            </a:endParaRPr>
          </a:p>
        </p:txBody>
      </p:sp>
      <p:sp>
        <p:nvSpPr>
          <p:cNvPr id="184" name=""/>
          <p:cNvSpPr txBox="1"/>
          <p:nvPr/>
        </p:nvSpPr>
        <p:spPr>
          <a:xfrm>
            <a:off x="1440000" y="4100760"/>
            <a:ext cx="8280000" cy="1479960"/>
          </a:xfrm>
          <a:prstGeom prst="rect">
            <a:avLst/>
          </a:prstGeom>
          <a:noFill/>
          <a:ln w="0">
            <a:noFill/>
          </a:ln>
        </p:spPr>
        <p:txBody>
          <a:bodyPr lIns="90000" rIns="90000" tIns="45000" bIns="45000" anchor="t">
            <a:noAutofit/>
          </a:bodyPr>
          <a:p>
            <a:r>
              <a:rPr b="0" lang="pl-PL" sz="2000" strike="noStrike" u="none">
                <a:solidFill>
                  <a:srgbClr val="000000"/>
                </a:solidFill>
                <a:uFillTx/>
                <a:latin typeface="Abidi"/>
              </a:rPr>
              <a:t>Finds minimum date for landing_outcome: ‘Success (ground pad’</a:t>
            </a:r>
            <a:endParaRPr b="0" lang="pl-PL" sz="2000" strike="noStrike" u="none">
              <a:solidFill>
                <a:srgbClr val="000000"/>
              </a:solidFill>
              <a:uFillTx/>
              <a:latin typeface="Abidi"/>
            </a:endParaRPr>
          </a:p>
        </p:txBody>
      </p:sp>
      <p:sp>
        <p:nvSpPr>
          <p:cNvPr id="2" name="PlaceHolder 1"/>
          <p:cNvSpPr>
            <a:spLocks noGrp="1"/>
          </p:cNvSpPr>
          <p:nvPr>
            <p:ph type="sldNum" idx="1"/>
          </p:nvPr>
        </p:nvSpPr>
        <p:spPr/>
        <p:txBody>
          <a:bodyPr/>
          <a:p>
            <a:fld id="{342131C8-9ECC-4258-9AF8-8097202EF255}" type="slidenum">
              <a:t>28</a:t>
            </a:fld>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85"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62500" lnSpcReduction="19999"/>
          </a:bodyPr>
          <a:p>
            <a:pPr defTabSz="914400">
              <a:lnSpc>
                <a:spcPct val="90000"/>
              </a:lnSpc>
            </a:pPr>
            <a:r>
              <a:rPr b="0" lang="en-US" sz="4000" strike="noStrike" u="none">
                <a:solidFill>
                  <a:srgbClr val="0b49cb"/>
                </a:solidFill>
                <a:uFillTx/>
                <a:latin typeface="Abadi"/>
                <a:ea typeface="IBM Plex Mono SemiBold"/>
              </a:rPr>
              <a:t>Successful Drone Ship Landing with Payload between 4000 and 6000</a:t>
            </a:r>
            <a:endParaRPr b="0" lang="pl-PL" sz="4000" strike="noStrike" u="none">
              <a:solidFill>
                <a:srgbClr val="000000"/>
              </a:solidFill>
              <a:uFillTx/>
              <a:latin typeface="Arial"/>
            </a:endParaRPr>
          </a:p>
        </p:txBody>
      </p:sp>
      <p:sp>
        <p:nvSpPr>
          <p:cNvPr id="186" name=""/>
          <p:cNvSpPr txBox="1"/>
          <p:nvPr/>
        </p:nvSpPr>
        <p:spPr>
          <a:xfrm>
            <a:off x="1440000" y="1800000"/>
            <a:ext cx="8460000" cy="2340000"/>
          </a:xfrm>
          <a:prstGeom prst="rect">
            <a:avLst/>
          </a:prstGeom>
          <a:noFill/>
          <a:ln w="0">
            <a:noFill/>
          </a:ln>
        </p:spPr>
        <p:txBody>
          <a:bodyPr lIns="90000" rIns="90000" tIns="45000" bIns="45000" anchor="t">
            <a:noAutofit/>
          </a:bodyPr>
          <a:p>
            <a:r>
              <a:rPr b="0" lang="pl-PL" sz="2000" strike="noStrike" u="none">
                <a:solidFill>
                  <a:srgbClr val="000000"/>
                </a:solidFill>
                <a:uFillTx/>
                <a:latin typeface="Consolas"/>
              </a:rPr>
              <a:t>Select *</a:t>
            </a:r>
            <a:br>
              <a:rPr sz="2000"/>
            </a:br>
            <a:r>
              <a:rPr b="0" lang="pl-PL" sz="2000" strike="noStrike" u="none">
                <a:solidFill>
                  <a:srgbClr val="000000"/>
                </a:solidFill>
                <a:uFillTx/>
                <a:latin typeface="Consolas"/>
              </a:rPr>
              <a:t>from spacextable</a:t>
            </a:r>
            <a:br>
              <a:rPr sz="2000"/>
            </a:br>
            <a:r>
              <a:rPr b="0" lang="pl-PL" sz="2000" strike="noStrike" u="none">
                <a:solidFill>
                  <a:srgbClr val="000000"/>
                </a:solidFill>
                <a:uFillTx/>
                <a:latin typeface="Consolas"/>
              </a:rPr>
              <a:t>where (PAYLOAD_MASS__KG_ between 4000 and 6000) </a:t>
            </a:r>
            <a:br>
              <a:rPr sz="2000"/>
            </a:br>
            <a:r>
              <a:rPr b="0" lang="pl-PL" sz="2000" strike="noStrike" u="none">
                <a:solidFill>
                  <a:srgbClr val="000000"/>
                </a:solidFill>
                <a:uFillTx/>
                <a:latin typeface="Consolas"/>
              </a:rPr>
              <a:t>and (Landing_Outcome = 'Success (drone ship)')</a:t>
            </a:r>
            <a:endParaRPr b="0" lang="pl-PL" sz="2000" strike="noStrike" u="none">
              <a:solidFill>
                <a:srgbClr val="000000"/>
              </a:solidFill>
              <a:uFillTx/>
              <a:latin typeface="Consolas"/>
            </a:endParaRPr>
          </a:p>
        </p:txBody>
      </p:sp>
      <p:sp>
        <p:nvSpPr>
          <p:cNvPr id="187" name=""/>
          <p:cNvSpPr txBox="1"/>
          <p:nvPr/>
        </p:nvSpPr>
        <p:spPr>
          <a:xfrm>
            <a:off x="1440000" y="4101120"/>
            <a:ext cx="8280000" cy="1479960"/>
          </a:xfrm>
          <a:prstGeom prst="rect">
            <a:avLst/>
          </a:prstGeom>
          <a:noFill/>
          <a:ln w="0">
            <a:noFill/>
          </a:ln>
        </p:spPr>
        <p:txBody>
          <a:bodyPr lIns="90000" rIns="90000" tIns="45000" bIns="45000" anchor="t">
            <a:noAutofit/>
          </a:bodyPr>
          <a:p>
            <a:r>
              <a:rPr b="0" lang="pl-PL" sz="2000" strike="noStrike" u="none">
                <a:solidFill>
                  <a:srgbClr val="000000"/>
                </a:solidFill>
                <a:uFillTx/>
                <a:latin typeface="Abidi"/>
              </a:rPr>
              <a:t>Selects every launch when payload mass was between 4000 and 6000 kg and landing outcome wass succesful on drone ship</a:t>
            </a:r>
            <a:endParaRPr b="0" lang="pl-PL" sz="2000" strike="noStrike" u="none">
              <a:solidFill>
                <a:srgbClr val="000000"/>
              </a:solidFill>
              <a:uFillTx/>
              <a:latin typeface="Abidi"/>
            </a:endParaRPr>
          </a:p>
        </p:txBody>
      </p:sp>
      <p:sp>
        <p:nvSpPr>
          <p:cNvPr id="2" name="PlaceHolder 1"/>
          <p:cNvSpPr>
            <a:spLocks noGrp="1"/>
          </p:cNvSpPr>
          <p:nvPr>
            <p:ph type="sldNum" idx="1"/>
          </p:nvPr>
        </p:nvSpPr>
        <p:spPr/>
        <p:txBody>
          <a:bodyPr/>
          <a:p>
            <a:fld id="{6598C74A-352B-4531-BC3C-4EB8FD64558B}" type="slidenum">
              <a:t>29</a:t>
            </a:fld>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88"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70000" lnSpcReduction="19999"/>
          </a:bodyPr>
          <a:p>
            <a:pPr defTabSz="914400">
              <a:lnSpc>
                <a:spcPct val="90000"/>
              </a:lnSpc>
            </a:pPr>
            <a:r>
              <a:rPr b="0" lang="en-US" sz="4000" strike="noStrike" u="none">
                <a:solidFill>
                  <a:srgbClr val="0b49cb"/>
                </a:solidFill>
                <a:uFillTx/>
                <a:latin typeface="Abadi"/>
                <a:ea typeface="IBM Plex Mono SemiBold"/>
              </a:rPr>
              <a:t>Total Number of Successful and Failure Mission Outcomes</a:t>
            </a:r>
            <a:endParaRPr b="0" lang="pl-PL" sz="4000" strike="noStrike" u="none">
              <a:solidFill>
                <a:srgbClr val="000000"/>
              </a:solidFill>
              <a:uFillTx/>
              <a:latin typeface="Arial"/>
            </a:endParaRPr>
          </a:p>
        </p:txBody>
      </p:sp>
      <p:sp>
        <p:nvSpPr>
          <p:cNvPr id="189" name=""/>
          <p:cNvSpPr txBox="1"/>
          <p:nvPr/>
        </p:nvSpPr>
        <p:spPr>
          <a:xfrm>
            <a:off x="1440000" y="1800000"/>
            <a:ext cx="8460000" cy="2340000"/>
          </a:xfrm>
          <a:prstGeom prst="rect">
            <a:avLst/>
          </a:prstGeom>
          <a:noFill/>
          <a:ln w="0">
            <a:noFill/>
          </a:ln>
        </p:spPr>
        <p:txBody>
          <a:bodyPr lIns="90000" rIns="90000" tIns="45000" bIns="45000" anchor="t">
            <a:noAutofit/>
          </a:bodyPr>
          <a:p>
            <a:r>
              <a:rPr b="0" lang="pl-PL" sz="2000" strike="noStrike" u="none">
                <a:solidFill>
                  <a:srgbClr val="000000"/>
                </a:solidFill>
                <a:uFillTx/>
                <a:latin typeface="Consolas"/>
              </a:rPr>
              <a:t>select mission_outcome, count(1)</a:t>
            </a:r>
            <a:br>
              <a:rPr sz="2000"/>
            </a:br>
            <a:r>
              <a:rPr b="0" lang="pl-PL" sz="2000" strike="noStrike" u="none">
                <a:solidFill>
                  <a:srgbClr val="000000"/>
                </a:solidFill>
                <a:uFillTx/>
                <a:latin typeface="Consolas"/>
              </a:rPr>
              <a:t>from spacextable </a:t>
            </a:r>
            <a:br>
              <a:rPr sz="2000"/>
            </a:br>
            <a:r>
              <a:rPr b="0" lang="pl-PL" sz="2000" strike="noStrike" u="none">
                <a:solidFill>
                  <a:srgbClr val="000000"/>
                </a:solidFill>
                <a:uFillTx/>
                <a:latin typeface="Consolas"/>
              </a:rPr>
              <a:t>group by mission_outcome</a:t>
            </a:r>
            <a:endParaRPr b="0" lang="pl-PL" sz="2000" strike="noStrike" u="none">
              <a:solidFill>
                <a:srgbClr val="000000"/>
              </a:solidFill>
              <a:uFillTx/>
              <a:latin typeface="Consolas"/>
            </a:endParaRPr>
          </a:p>
        </p:txBody>
      </p:sp>
      <p:sp>
        <p:nvSpPr>
          <p:cNvPr id="190" name=""/>
          <p:cNvSpPr txBox="1"/>
          <p:nvPr/>
        </p:nvSpPr>
        <p:spPr>
          <a:xfrm>
            <a:off x="1440000" y="4101480"/>
            <a:ext cx="9180000" cy="1479960"/>
          </a:xfrm>
          <a:prstGeom prst="rect">
            <a:avLst/>
          </a:prstGeom>
          <a:noFill/>
          <a:ln w="0">
            <a:noFill/>
          </a:ln>
        </p:spPr>
        <p:txBody>
          <a:bodyPr lIns="90000" rIns="90000" tIns="45000" bIns="45000" anchor="t">
            <a:noAutofit/>
          </a:bodyPr>
          <a:p>
            <a:r>
              <a:rPr b="0" lang="pl-PL" sz="2000" strike="noStrike" u="none">
                <a:solidFill>
                  <a:srgbClr val="000000"/>
                </a:solidFill>
                <a:uFillTx/>
                <a:latin typeface="Abidi"/>
              </a:rPr>
              <a:t>Groups launches by mission outcome, and counts frequency of groups.</a:t>
            </a:r>
            <a:br>
              <a:rPr sz="2000"/>
            </a:br>
            <a:r>
              <a:rPr b="0" lang="pl-PL" sz="2000" strike="noStrike" u="none">
                <a:solidFill>
                  <a:srgbClr val="000000"/>
                </a:solidFill>
                <a:uFillTx/>
                <a:latin typeface="Abidi"/>
              </a:rPr>
              <a:t>Display mission_outcome and counter for every group</a:t>
            </a:r>
            <a:endParaRPr b="0" lang="pl-PL" sz="2000" strike="noStrike" u="none">
              <a:solidFill>
                <a:srgbClr val="000000"/>
              </a:solidFill>
              <a:uFillTx/>
              <a:latin typeface="Abidi"/>
            </a:endParaRPr>
          </a:p>
        </p:txBody>
      </p:sp>
      <p:sp>
        <p:nvSpPr>
          <p:cNvPr id="2" name="PlaceHolder 1"/>
          <p:cNvSpPr>
            <a:spLocks noGrp="1"/>
          </p:cNvSpPr>
          <p:nvPr>
            <p:ph type="sldNum" idx="1"/>
          </p:nvPr>
        </p:nvSpPr>
        <p:spPr/>
        <p:txBody>
          <a:bodyPr/>
          <a:p>
            <a:fld id="{8DDF88F8-42D5-47A7-A509-D07EECC860A9}" type="slidenum">
              <a:t>30</a:t>
            </a:fld>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91"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Boosters Carried Maximum Payload</a:t>
            </a:r>
            <a:endParaRPr b="0" lang="pl-PL" sz="4000" strike="noStrike" u="none">
              <a:solidFill>
                <a:srgbClr val="000000"/>
              </a:solidFill>
              <a:uFillTx/>
              <a:latin typeface="Arial"/>
            </a:endParaRPr>
          </a:p>
        </p:txBody>
      </p:sp>
      <p:sp>
        <p:nvSpPr>
          <p:cNvPr id="192" name=""/>
          <p:cNvSpPr txBox="1"/>
          <p:nvPr/>
        </p:nvSpPr>
        <p:spPr>
          <a:xfrm>
            <a:off x="1440000" y="1800000"/>
            <a:ext cx="8460000" cy="2340000"/>
          </a:xfrm>
          <a:prstGeom prst="rect">
            <a:avLst/>
          </a:prstGeom>
          <a:noFill/>
          <a:ln w="0">
            <a:noFill/>
          </a:ln>
        </p:spPr>
        <p:txBody>
          <a:bodyPr lIns="90000" rIns="90000" tIns="45000" bIns="45000" anchor="t">
            <a:noAutofit/>
          </a:bodyPr>
          <a:p>
            <a:r>
              <a:rPr b="0" lang="pl-PL" sz="2000" strike="noStrike" u="none">
                <a:solidFill>
                  <a:srgbClr val="000000"/>
                </a:solidFill>
                <a:uFillTx/>
                <a:latin typeface="Consolas"/>
              </a:rPr>
              <a:t>select distinct(booster_version)</a:t>
            </a:r>
            <a:br>
              <a:rPr sz="2000"/>
            </a:br>
            <a:r>
              <a:rPr b="0" lang="pl-PL" sz="2000" strike="noStrike" u="none">
                <a:solidFill>
                  <a:srgbClr val="000000"/>
                </a:solidFill>
                <a:uFillTx/>
                <a:latin typeface="Consolas"/>
              </a:rPr>
              <a:t>from spacextable </a:t>
            </a:r>
            <a:br>
              <a:rPr sz="2000"/>
            </a:br>
            <a:r>
              <a:rPr b="0" lang="pl-PL" sz="2000" strike="noStrike" u="none">
                <a:solidFill>
                  <a:srgbClr val="000000"/>
                </a:solidFill>
                <a:uFillTx/>
                <a:latin typeface="Consolas"/>
              </a:rPr>
              <a:t>where PAYLOAD_MASS__KG_ = </a:t>
            </a:r>
            <a:br>
              <a:rPr sz="2000"/>
            </a:br>
            <a:r>
              <a:rPr b="0" lang="pl-PL" sz="2000" strike="noStrike" u="none">
                <a:solidFill>
                  <a:srgbClr val="000000"/>
                </a:solidFill>
                <a:uFillTx/>
                <a:latin typeface="Consolas"/>
              </a:rPr>
              <a:t>	</a:t>
            </a:r>
            <a:r>
              <a:rPr b="0" lang="pl-PL" sz="2000" strike="noStrike" u="none">
                <a:solidFill>
                  <a:srgbClr val="000000"/>
                </a:solidFill>
                <a:uFillTx/>
                <a:latin typeface="Consolas"/>
              </a:rPr>
              <a:t>(select max(PAYLOAD_MASS__KG_) from spacextable)</a:t>
            </a:r>
            <a:endParaRPr b="0" lang="pl-PL" sz="2000" strike="noStrike" u="none">
              <a:solidFill>
                <a:srgbClr val="000000"/>
              </a:solidFill>
              <a:uFillTx/>
              <a:latin typeface="Consolas"/>
            </a:endParaRPr>
          </a:p>
        </p:txBody>
      </p:sp>
      <p:sp>
        <p:nvSpPr>
          <p:cNvPr id="193" name=""/>
          <p:cNvSpPr txBox="1"/>
          <p:nvPr/>
        </p:nvSpPr>
        <p:spPr>
          <a:xfrm>
            <a:off x="1440000" y="4101840"/>
            <a:ext cx="9180000" cy="1479960"/>
          </a:xfrm>
          <a:prstGeom prst="rect">
            <a:avLst/>
          </a:prstGeom>
          <a:noFill/>
          <a:ln w="0">
            <a:noFill/>
          </a:ln>
        </p:spPr>
        <p:txBody>
          <a:bodyPr lIns="90000" rIns="90000" tIns="45000" bIns="45000" anchor="t">
            <a:noAutofit/>
          </a:bodyPr>
          <a:p>
            <a:r>
              <a:rPr b="0" lang="pl-PL" sz="2000" strike="noStrike" u="none">
                <a:solidFill>
                  <a:srgbClr val="000000"/>
                </a:solidFill>
                <a:uFillTx/>
                <a:latin typeface="Abidi"/>
              </a:rPr>
              <a:t>Firstly calculates maximum payload mass, then find unique booster versions that carried this mass</a:t>
            </a:r>
            <a:endParaRPr b="0" lang="pl-PL" sz="2000" strike="noStrike" u="none">
              <a:solidFill>
                <a:srgbClr val="000000"/>
              </a:solidFill>
              <a:uFillTx/>
              <a:latin typeface="Abidi"/>
            </a:endParaRPr>
          </a:p>
        </p:txBody>
      </p:sp>
      <p:sp>
        <p:nvSpPr>
          <p:cNvPr id="2" name="PlaceHolder 1"/>
          <p:cNvSpPr>
            <a:spLocks noGrp="1"/>
          </p:cNvSpPr>
          <p:nvPr>
            <p:ph type="sldNum" idx="1"/>
          </p:nvPr>
        </p:nvSpPr>
        <p:spPr/>
        <p:txBody>
          <a:bodyPr/>
          <a:p>
            <a:fld id="{8CF922B5-0D7B-4F91-8E29-ECA0E5C3DFC3}" type="slidenum">
              <a:t>31</a:t>
            </a:fld>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94"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2015 Launch Records</a:t>
            </a:r>
            <a:endParaRPr b="0" lang="pl-PL" sz="4000" strike="noStrike" u="none">
              <a:solidFill>
                <a:srgbClr val="000000"/>
              </a:solidFill>
              <a:uFillTx/>
              <a:latin typeface="Arial"/>
            </a:endParaRPr>
          </a:p>
        </p:txBody>
      </p:sp>
      <p:sp>
        <p:nvSpPr>
          <p:cNvPr id="195" name=""/>
          <p:cNvSpPr txBox="1"/>
          <p:nvPr/>
        </p:nvSpPr>
        <p:spPr>
          <a:xfrm>
            <a:off x="1440000" y="1800000"/>
            <a:ext cx="10080000" cy="2340000"/>
          </a:xfrm>
          <a:prstGeom prst="rect">
            <a:avLst/>
          </a:prstGeom>
          <a:noFill/>
          <a:ln w="0">
            <a:noFill/>
          </a:ln>
        </p:spPr>
        <p:txBody>
          <a:bodyPr lIns="90000" rIns="90000" tIns="45000" bIns="45000" anchor="t">
            <a:noAutofit/>
          </a:bodyPr>
          <a:p>
            <a:r>
              <a:rPr b="0" lang="pl-PL" sz="2000" strike="noStrike" u="none">
                <a:solidFill>
                  <a:srgbClr val="000000"/>
                </a:solidFill>
                <a:uFillTx/>
                <a:latin typeface="Consolas"/>
              </a:rPr>
              <a:t>select substr(date,6,2) month, landing_outcome, booster_version, launch_site</a:t>
            </a:r>
            <a:br>
              <a:rPr sz="2000"/>
            </a:br>
            <a:r>
              <a:rPr b="0" lang="pl-PL" sz="2000" strike="noStrike" u="none">
                <a:solidFill>
                  <a:srgbClr val="000000"/>
                </a:solidFill>
                <a:uFillTx/>
                <a:latin typeface="Consolas"/>
              </a:rPr>
              <a:t>from spacextable</a:t>
            </a:r>
            <a:br>
              <a:rPr sz="2000"/>
            </a:br>
            <a:r>
              <a:rPr b="0" lang="pl-PL" sz="2000" strike="noStrike" u="none">
                <a:solidFill>
                  <a:srgbClr val="000000"/>
                </a:solidFill>
                <a:uFillTx/>
                <a:latin typeface="Consolas"/>
              </a:rPr>
              <a:t>where substr(date,1,4) = '2015'</a:t>
            </a:r>
            <a:br>
              <a:rPr sz="2000"/>
            </a:br>
            <a:r>
              <a:rPr b="0" lang="pl-PL" sz="2000" strike="noStrike" u="none">
                <a:solidFill>
                  <a:srgbClr val="000000"/>
                </a:solidFill>
                <a:uFillTx/>
                <a:latin typeface="Consolas"/>
              </a:rPr>
              <a:t>and landing_outcome  = 'Failure (drone ship)'</a:t>
            </a:r>
            <a:endParaRPr b="0" lang="pl-PL" sz="2000" strike="noStrike" u="none">
              <a:solidFill>
                <a:srgbClr val="000000"/>
              </a:solidFill>
              <a:uFillTx/>
              <a:latin typeface="Consolas"/>
            </a:endParaRPr>
          </a:p>
        </p:txBody>
      </p:sp>
      <p:sp>
        <p:nvSpPr>
          <p:cNvPr id="196" name=""/>
          <p:cNvSpPr txBox="1"/>
          <p:nvPr/>
        </p:nvSpPr>
        <p:spPr>
          <a:xfrm>
            <a:off x="1440000" y="4102200"/>
            <a:ext cx="9180000" cy="1479960"/>
          </a:xfrm>
          <a:prstGeom prst="rect">
            <a:avLst/>
          </a:prstGeom>
          <a:noFill/>
          <a:ln w="0">
            <a:noFill/>
          </a:ln>
        </p:spPr>
        <p:txBody>
          <a:bodyPr lIns="90000" rIns="90000" tIns="45000" bIns="45000" anchor="t">
            <a:noAutofit/>
          </a:bodyPr>
          <a:p>
            <a:r>
              <a:rPr b="0" lang="pl-PL" sz="2000" strike="noStrike" u="none">
                <a:solidFill>
                  <a:srgbClr val="000000"/>
                </a:solidFill>
                <a:uFillTx/>
                <a:latin typeface="Abidi"/>
              </a:rPr>
              <a:t>Selects data from year 2015 with landing outcome failure on drone ship.</a:t>
            </a:r>
            <a:br>
              <a:rPr sz="2000"/>
            </a:br>
            <a:r>
              <a:rPr b="0" lang="pl-PL" sz="2000" strike="noStrike" u="none">
                <a:solidFill>
                  <a:srgbClr val="000000"/>
                </a:solidFill>
                <a:uFillTx/>
                <a:latin typeface="Abidi"/>
              </a:rPr>
              <a:t>Then displays month, landing outcome, booster version and launch site for every launch</a:t>
            </a:r>
            <a:endParaRPr b="0" lang="pl-PL" sz="2000" strike="noStrike" u="none">
              <a:solidFill>
                <a:srgbClr val="000000"/>
              </a:solidFill>
              <a:uFillTx/>
              <a:latin typeface="Abidi"/>
            </a:endParaRPr>
          </a:p>
        </p:txBody>
      </p:sp>
      <p:sp>
        <p:nvSpPr>
          <p:cNvPr id="2" name="PlaceHolder 1"/>
          <p:cNvSpPr>
            <a:spLocks noGrp="1"/>
          </p:cNvSpPr>
          <p:nvPr>
            <p:ph type="sldNum" idx="1"/>
          </p:nvPr>
        </p:nvSpPr>
        <p:spPr/>
        <p:txBody>
          <a:bodyPr/>
          <a:p>
            <a:fld id="{7413E559-6A4C-4179-AB8A-07835DBFD0F1}" type="slidenum">
              <a:t>32</a:t>
            </a:fld>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197" name="PlaceHolder 1"/>
          <p:cNvSpPr>
            <a:spLocks noGrp="1"/>
          </p:cNvSpPr>
          <p:nvPr>
            <p:ph/>
          </p:nvPr>
        </p:nvSpPr>
        <p:spPr>
          <a:xfrm>
            <a:off x="770040" y="4140000"/>
            <a:ext cx="9745200" cy="2036520"/>
          </a:xfrm>
          <a:prstGeom prst="rect">
            <a:avLst/>
          </a:prstGeom>
          <a:noFill/>
          <a:ln w="0">
            <a:noFill/>
          </a:ln>
        </p:spPr>
        <p:txBody>
          <a:bodyPr lIns="91440" rIns="91440" tIns="45720" bIns="45720" anchor="t">
            <a:noAutofit/>
          </a:bodyPr>
          <a:p>
            <a:pPr indent="0" defTabSz="914400">
              <a:lnSpc>
                <a:spcPct val="100000"/>
              </a:lnSpc>
              <a:spcBef>
                <a:spcPts val="1400"/>
              </a:spcBef>
              <a:buNone/>
            </a:pPr>
            <a:r>
              <a:rPr b="0" lang="en-US" sz="2200" strike="noStrike" u="none">
                <a:solidFill>
                  <a:schemeClr val="accent3">
                    <a:lumMod val="25000"/>
                  </a:schemeClr>
                </a:solidFill>
                <a:uFillTx/>
                <a:latin typeface="Abadi"/>
              </a:rPr>
              <a:t>Ranks the count of landing outcomes (such as Failure (drone ship) or </a:t>
            </a:r>
            <a:r>
              <a:rPr b="0" lang="en-US" sz="2200" strike="noStrike" u="none">
                <a:solidFill>
                  <a:schemeClr val="accent3">
                    <a:lumMod val="25000"/>
                  </a:schemeClr>
                </a:solidFill>
                <a:uFillTx/>
                <a:latin typeface="Abadi"/>
              </a:rPr>
              <a:t>Success (ground pad)) between the date 2010-06-04 and 2017-03-20, in </a:t>
            </a:r>
            <a:r>
              <a:rPr b="0" lang="en-US" sz="2200" strike="noStrike" u="none">
                <a:solidFill>
                  <a:schemeClr val="accent3">
                    <a:lumMod val="25000"/>
                  </a:schemeClr>
                </a:solidFill>
                <a:uFillTx/>
                <a:latin typeface="Abadi"/>
              </a:rPr>
              <a:t>descending order</a:t>
            </a:r>
            <a:endParaRPr b="0" lang="en-US" sz="2200" strike="noStrike" u="none">
              <a:solidFill>
                <a:schemeClr val="dk1"/>
              </a:solidFill>
              <a:uFillTx/>
              <a:latin typeface="Calibri"/>
            </a:endParaRPr>
          </a:p>
        </p:txBody>
      </p:sp>
      <p:sp>
        <p:nvSpPr>
          <p:cNvPr id="198"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70000" lnSpcReduction="19999"/>
          </a:bodyPr>
          <a:p>
            <a:pPr defTabSz="914400">
              <a:lnSpc>
                <a:spcPct val="90000"/>
              </a:lnSpc>
            </a:pPr>
            <a:r>
              <a:rPr b="0" lang="en-US" sz="4000" strike="noStrike" u="none">
                <a:solidFill>
                  <a:srgbClr val="0b49cb"/>
                </a:solidFill>
                <a:uFillTx/>
                <a:latin typeface="Abadi"/>
                <a:ea typeface="IBM Plex Mono SemiBold"/>
              </a:rPr>
              <a:t>Rank Landing Outcomes Between 2010-06-04 and 2017-03-20</a:t>
            </a:r>
            <a:endParaRPr b="0" lang="pl-PL" sz="4000" strike="noStrike" u="none">
              <a:solidFill>
                <a:srgbClr val="000000"/>
              </a:solidFill>
              <a:uFillTx/>
              <a:latin typeface="Arial"/>
            </a:endParaRPr>
          </a:p>
        </p:txBody>
      </p:sp>
      <p:sp>
        <p:nvSpPr>
          <p:cNvPr id="199" name=""/>
          <p:cNvSpPr txBox="1"/>
          <p:nvPr/>
        </p:nvSpPr>
        <p:spPr>
          <a:xfrm>
            <a:off x="1440000" y="1800000"/>
            <a:ext cx="10080000" cy="2340000"/>
          </a:xfrm>
          <a:prstGeom prst="rect">
            <a:avLst/>
          </a:prstGeom>
          <a:noFill/>
          <a:ln w="0">
            <a:noFill/>
          </a:ln>
        </p:spPr>
        <p:txBody>
          <a:bodyPr lIns="90000" rIns="90000" tIns="45000" bIns="45000" anchor="t">
            <a:noAutofit/>
          </a:bodyPr>
          <a:p>
            <a:r>
              <a:rPr b="0" lang="pl-PL" sz="2000" strike="noStrike" u="none">
                <a:solidFill>
                  <a:srgbClr val="000000"/>
                </a:solidFill>
                <a:uFillTx/>
                <a:latin typeface="Consolas"/>
              </a:rPr>
              <a:t>select landing_outcome, COUNT(1) AS outcome_count</a:t>
            </a:r>
            <a:br>
              <a:rPr sz="2000"/>
            </a:br>
            <a:r>
              <a:rPr b="0" lang="pl-PL" sz="2000" strike="noStrike" u="none">
                <a:solidFill>
                  <a:srgbClr val="000000"/>
                </a:solidFill>
                <a:uFillTx/>
                <a:latin typeface="Consolas"/>
              </a:rPr>
              <a:t>from spacextable</a:t>
            </a:r>
            <a:br>
              <a:rPr sz="2000"/>
            </a:br>
            <a:r>
              <a:rPr b="0" lang="pl-PL" sz="2000" strike="noStrike" u="none">
                <a:solidFill>
                  <a:srgbClr val="000000"/>
                </a:solidFill>
                <a:uFillTx/>
                <a:latin typeface="Consolas"/>
              </a:rPr>
              <a:t>where date BETWEEN '2010-06-04' and '2017-03-20'</a:t>
            </a:r>
            <a:br>
              <a:rPr sz="2000"/>
            </a:br>
            <a:r>
              <a:rPr b="0" lang="pl-PL" sz="2000" strike="noStrike" u="none">
                <a:solidFill>
                  <a:srgbClr val="000000"/>
                </a:solidFill>
                <a:uFillTx/>
                <a:latin typeface="Consolas"/>
              </a:rPr>
              <a:t>group by landing_outcome</a:t>
            </a:r>
            <a:br>
              <a:rPr sz="2000"/>
            </a:br>
            <a:r>
              <a:rPr b="0" lang="pl-PL" sz="2000" strike="noStrike" u="none">
                <a:solidFill>
                  <a:srgbClr val="000000"/>
                </a:solidFill>
                <a:uFillTx/>
                <a:latin typeface="Consolas"/>
              </a:rPr>
              <a:t>order by outcome_count DESC;</a:t>
            </a:r>
            <a:endParaRPr b="0" lang="pl-PL" sz="2000" strike="noStrike" u="none">
              <a:solidFill>
                <a:srgbClr val="000000"/>
              </a:solidFill>
              <a:uFillTx/>
              <a:latin typeface="Consolas"/>
            </a:endParaRPr>
          </a:p>
        </p:txBody>
      </p:sp>
      <p:sp>
        <p:nvSpPr>
          <p:cNvPr id="3" name="PlaceHolder 2"/>
          <p:cNvSpPr>
            <a:spLocks noGrp="1"/>
          </p:cNvSpPr>
          <p:nvPr>
            <p:ph type="sldNum" idx="1"/>
          </p:nvPr>
        </p:nvSpPr>
        <p:spPr/>
        <p:txBody>
          <a:bodyPr/>
          <a:p>
            <a:fld id="{E2FBD2DA-C196-401E-A9B4-A71F3A776BF4}" type="slidenum">
              <a:t>33</a:t>
            </a:fld>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00" name="TextBox 6"/>
          <p:cNvSpPr/>
          <p:nvPr/>
        </p:nvSpPr>
        <p:spPr>
          <a:xfrm>
            <a:off x="811080" y="2529720"/>
            <a:ext cx="1032120" cy="363960"/>
          </a:xfrm>
          <a:prstGeom prst="rect">
            <a:avLst/>
          </a:prstGeom>
          <a:solidFill>
            <a:srgbClr val="0948cb"/>
          </a:solid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trike="noStrike" u="none">
                <a:solidFill>
                  <a:schemeClr val="lt1"/>
                </a:solidFill>
                <a:uFillTx/>
                <a:latin typeface="Calibri"/>
              </a:rPr>
              <a:t>Section 3</a:t>
            </a:r>
            <a:endParaRPr b="0" lang="pl-PL" sz="1800" strike="noStrike" u="none">
              <a:solidFill>
                <a:srgbClr val="ffffff"/>
              </a:solidFill>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01" name="PlaceHolder 1"/>
          <p:cNvSpPr>
            <a:spLocks noGrp="1"/>
          </p:cNvSpPr>
          <p:nvPr>
            <p:ph/>
          </p:nvPr>
        </p:nvSpPr>
        <p:spPr>
          <a:xfrm>
            <a:off x="720000" y="5400000"/>
            <a:ext cx="9900000" cy="1080000"/>
          </a:xfrm>
          <a:prstGeom prst="rect">
            <a:avLst/>
          </a:prstGeom>
          <a:noFill/>
          <a:ln w="0">
            <a:noFill/>
          </a:ln>
        </p:spPr>
        <p:txBody>
          <a:bodyPr lIns="91440" rIns="91440" tIns="45720" bIns="45720" anchor="t">
            <a:normAutofit/>
          </a:bodyPr>
          <a:p>
            <a:pPr marL="432000" indent="0" defTabSz="914400">
              <a:lnSpc>
                <a:spcPct val="100000"/>
              </a:lnSpc>
              <a:spcBef>
                <a:spcPts val="1400"/>
              </a:spcBef>
              <a:buNone/>
            </a:pPr>
            <a:r>
              <a:rPr b="0" lang="en-US" sz="2200" strike="noStrike" u="none">
                <a:solidFill>
                  <a:schemeClr val="accent3">
                    <a:lumMod val="25000"/>
                  </a:schemeClr>
                </a:solidFill>
                <a:uFillTx/>
                <a:latin typeface="Abadi"/>
              </a:rPr>
              <a:t>Launch Sites are located near ocean and near coasts.</a:t>
            </a:r>
            <a:br>
              <a:rPr sz="2200"/>
            </a:br>
            <a:r>
              <a:rPr b="0" lang="en-US" sz="2200" strike="noStrike" u="none">
                <a:solidFill>
                  <a:schemeClr val="accent3">
                    <a:lumMod val="25000"/>
                  </a:schemeClr>
                </a:solidFill>
                <a:uFillTx/>
                <a:latin typeface="Abadi"/>
              </a:rPr>
              <a:t>Some of them are on south and some on west of USA</a:t>
            </a:r>
            <a:endParaRPr b="0" lang="en-US" sz="2200" strike="noStrike" u="none">
              <a:solidFill>
                <a:schemeClr val="dk1"/>
              </a:solidFill>
              <a:uFillTx/>
              <a:latin typeface="Calibri"/>
            </a:endParaRPr>
          </a:p>
          <a:p>
            <a:pPr marL="432000" indent="0" defTabSz="914400">
              <a:lnSpc>
                <a:spcPct val="100000"/>
              </a:lnSpc>
              <a:buNone/>
            </a:pPr>
            <a:endParaRPr b="0" lang="en-US" sz="1800" strike="noStrike" u="none">
              <a:solidFill>
                <a:schemeClr val="dk1"/>
              </a:solidFill>
              <a:uFillTx/>
              <a:latin typeface="Calibri"/>
            </a:endParaRPr>
          </a:p>
        </p:txBody>
      </p:sp>
      <p:sp>
        <p:nvSpPr>
          <p:cNvPr id="202"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Launch Sites</a:t>
            </a:r>
            <a:endParaRPr b="0" lang="pl-PL" sz="4000" strike="noStrike" u="none">
              <a:solidFill>
                <a:srgbClr val="000000"/>
              </a:solidFill>
              <a:uFillTx/>
              <a:latin typeface="Arial"/>
            </a:endParaRPr>
          </a:p>
        </p:txBody>
      </p:sp>
      <p:pic>
        <p:nvPicPr>
          <p:cNvPr id="203" name="" descr=""/>
          <p:cNvPicPr/>
          <p:nvPr/>
        </p:nvPicPr>
        <p:blipFill>
          <a:blip r:embed="rId2"/>
          <a:stretch/>
        </p:blipFill>
        <p:spPr>
          <a:xfrm>
            <a:off x="1202400" y="2074320"/>
            <a:ext cx="9791280" cy="2704680"/>
          </a:xfrm>
          <a:prstGeom prst="rect">
            <a:avLst/>
          </a:prstGeom>
          <a:noFill/>
          <a:ln w="0">
            <a:noFill/>
          </a:ln>
        </p:spPr>
      </p:pic>
      <p:sp>
        <p:nvSpPr>
          <p:cNvPr id="3" name="PlaceHolder 2"/>
          <p:cNvSpPr>
            <a:spLocks noGrp="1"/>
          </p:cNvSpPr>
          <p:nvPr>
            <p:ph type="sldNum" idx="1"/>
          </p:nvPr>
        </p:nvSpPr>
        <p:spPr/>
        <p:txBody>
          <a:bodyPr/>
          <a:p>
            <a:fld id="{4FE16EE6-B045-4BCB-AD40-7AFAA038015A}" type="slidenum">
              <a:t>35</a:t>
            </a:fld>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04" name="Content Placeholder 5"/>
          <p:cNvSpPr txBox="1"/>
          <p:nvPr/>
        </p:nvSpPr>
        <p:spPr>
          <a:xfrm>
            <a:off x="5400000" y="1620000"/>
            <a:ext cx="5115240" cy="4556880"/>
          </a:xfrm>
          <a:prstGeom prst="rect">
            <a:avLst/>
          </a:prstGeom>
          <a:noFill/>
          <a:ln w="0">
            <a:noFill/>
          </a:ln>
        </p:spPr>
        <p:txBody>
          <a:bodyPr anchor="t">
            <a:normAutofit/>
          </a:bodyPr>
          <a:p>
            <a:pPr defTabSz="914400">
              <a:lnSpc>
                <a:spcPct val="100000"/>
              </a:lnSpc>
              <a:spcBef>
                <a:spcPts val="1400"/>
              </a:spcBef>
            </a:pPr>
            <a:r>
              <a:rPr b="0" lang="en-US" sz="2200" strike="noStrike" u="none">
                <a:solidFill>
                  <a:schemeClr val="accent3">
                    <a:lumMod val="25000"/>
                  </a:schemeClr>
                </a:solidFill>
                <a:uFillTx/>
                <a:latin typeface="Abadi"/>
                <a:ea typeface="Calibri"/>
              </a:rPr>
              <a:t>At CCAFS SLC-40 launch site, a little less than 50% launches were successful</a:t>
            </a:r>
            <a:endParaRPr b="0" lang="en-US" sz="2200" strike="noStrike" u="none">
              <a:solidFill>
                <a:schemeClr val="dk1"/>
              </a:solidFill>
              <a:uFillTx/>
              <a:latin typeface="Calibri"/>
            </a:endParaRPr>
          </a:p>
        </p:txBody>
      </p:sp>
      <p:sp>
        <p:nvSpPr>
          <p:cNvPr id="205" name="Title 4"/>
          <p:cNvSpPr/>
          <p:nvPr/>
        </p:nvSpPr>
        <p:spPr>
          <a:xfrm>
            <a:off x="770040" y="53892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Success vs fail – Launch site: CCAFS SLC - 40</a:t>
            </a:r>
            <a:endParaRPr b="0" lang="pl-PL" sz="4000" strike="noStrike" u="none">
              <a:solidFill>
                <a:srgbClr val="000000"/>
              </a:solidFill>
              <a:uFillTx/>
              <a:latin typeface="Arial"/>
            </a:endParaRPr>
          </a:p>
        </p:txBody>
      </p:sp>
      <p:pic>
        <p:nvPicPr>
          <p:cNvPr id="206" name="" descr=""/>
          <p:cNvPicPr/>
          <p:nvPr/>
        </p:nvPicPr>
        <p:blipFill>
          <a:blip r:embed="rId2"/>
          <a:stretch/>
        </p:blipFill>
        <p:spPr>
          <a:xfrm>
            <a:off x="900000" y="1526400"/>
            <a:ext cx="3832200" cy="4953600"/>
          </a:xfrm>
          <a:prstGeom prst="rect">
            <a:avLst/>
          </a:prstGeom>
          <a:noFill/>
          <a:ln w="0">
            <a:noFill/>
          </a:ln>
        </p:spPr>
      </p:pic>
      <p:sp>
        <p:nvSpPr>
          <p:cNvPr id="2" name="PlaceHolder 1"/>
          <p:cNvSpPr>
            <a:spLocks noGrp="1"/>
          </p:cNvSpPr>
          <p:nvPr>
            <p:ph type="sldNum" idx="1"/>
          </p:nvPr>
        </p:nvSpPr>
        <p:spPr/>
        <p:txBody>
          <a:bodyPr/>
          <a:p>
            <a:fld id="{05646E51-FE85-4AF8-942A-62163C0E6974}" type="slidenum">
              <a:t>36</a:t>
            </a:fld>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07" name="PlaceHolder 1"/>
          <p:cNvSpPr>
            <a:spLocks noGrp="1"/>
          </p:cNvSpPr>
          <p:nvPr>
            <p:ph/>
          </p:nvPr>
        </p:nvSpPr>
        <p:spPr>
          <a:xfrm>
            <a:off x="1260000" y="4500000"/>
            <a:ext cx="8597520" cy="1620000"/>
          </a:xfrm>
          <a:prstGeom prst="rect">
            <a:avLst/>
          </a:prstGeom>
          <a:noFill/>
          <a:ln w="0">
            <a:noFill/>
          </a:ln>
        </p:spPr>
        <p:txBody>
          <a:bodyPr lIns="91440" rIns="91440" tIns="45720" bIns="45720" anchor="t">
            <a:normAutofit/>
          </a:bodyPr>
          <a:p>
            <a:pPr indent="0" defTabSz="914400">
              <a:lnSpc>
                <a:spcPct val="100000"/>
              </a:lnSpc>
              <a:spcBef>
                <a:spcPts val="1400"/>
              </a:spcBef>
              <a:buNone/>
            </a:pPr>
            <a:r>
              <a:rPr b="0" lang="en-US" sz="1800" strike="noStrike" u="none">
                <a:solidFill>
                  <a:schemeClr val="accent3">
                    <a:lumMod val="25000"/>
                  </a:schemeClr>
                </a:solidFill>
                <a:uFillTx/>
                <a:latin typeface="Abadi"/>
              </a:rPr>
              <a:t>The selected launch site is located near a highway, a railway, and the coastline, providing good access and transport options. Distances to each feature are clearly displayed on the map, showing that the railway is slightly farther than the highway but still nearby. This </a:t>
            </a:r>
            <a:r>
              <a:rPr b="0" lang="en-US" sz="1800" strike="noStrike" u="none">
                <a:solidFill>
                  <a:schemeClr val="accent3">
                    <a:lumMod val="25000"/>
                  </a:schemeClr>
                </a:solidFill>
                <a:uFillTx/>
                <a:latin typeface="Abadi"/>
              </a:rPr>
              <a:t>proximity to multiple transport routes could be important for launch logistics and safety planning.</a:t>
            </a:r>
            <a:endParaRPr b="0" lang="en-US" sz="1800" strike="noStrike" u="none">
              <a:solidFill>
                <a:schemeClr val="dk1"/>
              </a:solidFill>
              <a:uFillTx/>
              <a:latin typeface="Abadi"/>
            </a:endParaRPr>
          </a:p>
        </p:txBody>
      </p:sp>
      <p:sp>
        <p:nvSpPr>
          <p:cNvPr id="208"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Proximity to coasts, railways, highways</a:t>
            </a:r>
            <a:endParaRPr b="0" lang="pl-PL" sz="4000" strike="noStrike" u="none">
              <a:solidFill>
                <a:srgbClr val="000000"/>
              </a:solidFill>
              <a:uFillTx/>
              <a:latin typeface="Arial"/>
            </a:endParaRPr>
          </a:p>
        </p:txBody>
      </p:sp>
      <p:pic>
        <p:nvPicPr>
          <p:cNvPr id="209" name="" descr=""/>
          <p:cNvPicPr/>
          <p:nvPr/>
        </p:nvPicPr>
        <p:blipFill>
          <a:blip r:embed="rId2"/>
          <a:stretch/>
        </p:blipFill>
        <p:spPr>
          <a:xfrm>
            <a:off x="1226880" y="1440000"/>
            <a:ext cx="8313120" cy="2760120"/>
          </a:xfrm>
          <a:prstGeom prst="rect">
            <a:avLst/>
          </a:prstGeom>
          <a:noFill/>
          <a:ln w="0">
            <a:noFill/>
          </a:ln>
        </p:spPr>
      </p:pic>
      <p:sp>
        <p:nvSpPr>
          <p:cNvPr id="3" name="PlaceHolder 2"/>
          <p:cNvSpPr>
            <a:spLocks noGrp="1"/>
          </p:cNvSpPr>
          <p:nvPr>
            <p:ph type="sldNum" idx="1"/>
          </p:nvPr>
        </p:nvSpPr>
        <p:spPr/>
        <p:txBody>
          <a:bodyPr/>
          <a:p>
            <a:fld id="{59B0D09D-6C0B-45D0-89C7-CE1DD42DB70B}" type="slidenum">
              <a:t>37</a:t>
            </a:fld>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10" name="TextBox 1"/>
          <p:cNvSpPr/>
          <p:nvPr/>
        </p:nvSpPr>
        <p:spPr>
          <a:xfrm>
            <a:off x="811080" y="2529720"/>
            <a:ext cx="1032120" cy="363960"/>
          </a:xfrm>
          <a:prstGeom prst="rect">
            <a:avLst/>
          </a:prstGeom>
          <a:solidFill>
            <a:srgbClr val="0948cb"/>
          </a:solid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trike="noStrike" u="none">
                <a:solidFill>
                  <a:schemeClr val="lt1"/>
                </a:solidFill>
                <a:uFillTx/>
                <a:latin typeface="Calibri"/>
              </a:rPr>
              <a:t>Section 4</a:t>
            </a:r>
            <a:endParaRPr b="0" lang="pl-PL" sz="1800" strike="noStrike" u="none">
              <a:solidFill>
                <a:srgbClr val="ffffff"/>
              </a:solidFill>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11" name="PlaceHolder 1"/>
          <p:cNvSpPr>
            <a:spLocks noGrp="1"/>
          </p:cNvSpPr>
          <p:nvPr>
            <p:ph/>
          </p:nvPr>
        </p:nvSpPr>
        <p:spPr>
          <a:xfrm>
            <a:off x="770040" y="1825560"/>
            <a:ext cx="9745200" cy="4350960"/>
          </a:xfrm>
          <a:prstGeom prst="rect">
            <a:avLst/>
          </a:prstGeom>
          <a:noFill/>
          <a:ln w="0">
            <a:noFill/>
          </a:ln>
        </p:spPr>
        <p:txBody>
          <a:bodyPr lIns="91440" rIns="91440" tIns="45720" bIns="45720" anchor="t">
            <a:normAutofit/>
          </a:bodyPr>
          <a:p>
            <a:pPr indent="0" defTabSz="914400">
              <a:lnSpc>
                <a:spcPct val="100000"/>
              </a:lnSpc>
              <a:spcBef>
                <a:spcPts val="1400"/>
              </a:spcBef>
              <a:buNone/>
            </a:pPr>
            <a:r>
              <a:rPr b="0" lang="en-US" sz="2200" strike="noStrike" u="none">
                <a:solidFill>
                  <a:schemeClr val="accent3">
                    <a:lumMod val="25000"/>
                  </a:schemeClr>
                </a:solidFill>
                <a:uFillTx/>
                <a:latin typeface="Abadi"/>
              </a:rPr>
              <a:t>Replace &lt;Dashboard screenshot 1&gt; title with an appropriate title</a:t>
            </a:r>
            <a:endParaRPr b="0" lang="en-US" sz="2200" strike="noStrike" u="none">
              <a:solidFill>
                <a:schemeClr val="dk1"/>
              </a:solidFill>
              <a:uFillTx/>
              <a:latin typeface="Calibri"/>
            </a:endParaRPr>
          </a:p>
          <a:p>
            <a:pPr indent="0" defTabSz="914400">
              <a:lnSpc>
                <a:spcPct val="100000"/>
              </a:lnSpc>
              <a:spcBef>
                <a:spcPts val="1400"/>
              </a:spcBef>
              <a:buNone/>
            </a:pPr>
            <a:endParaRPr b="0" lang="en-US" sz="2200" strike="noStrike" u="none">
              <a:solidFill>
                <a:schemeClr val="dk1"/>
              </a:solidFill>
              <a:uFillTx/>
              <a:latin typeface="Calibri"/>
            </a:endParaRPr>
          </a:p>
          <a:p>
            <a:pPr indent="0" defTabSz="914400">
              <a:lnSpc>
                <a:spcPct val="100000"/>
              </a:lnSpc>
              <a:spcBef>
                <a:spcPts val="1400"/>
              </a:spcBef>
              <a:buNone/>
            </a:pPr>
            <a:r>
              <a:rPr b="0" lang="en-US" sz="2200" strike="noStrike" u="none">
                <a:solidFill>
                  <a:schemeClr val="accent3">
                    <a:lumMod val="25000"/>
                  </a:schemeClr>
                </a:solidFill>
                <a:uFillTx/>
                <a:latin typeface="Abadi"/>
              </a:rPr>
              <a:t>Show the screenshot of launch success count for all sites, in a piechart</a:t>
            </a:r>
            <a:endParaRPr b="0" lang="en-US" sz="2200" strike="noStrike" u="none">
              <a:solidFill>
                <a:schemeClr val="dk1"/>
              </a:solidFill>
              <a:uFillTx/>
              <a:latin typeface="Calibri"/>
            </a:endParaRPr>
          </a:p>
          <a:p>
            <a:pPr indent="0" defTabSz="914400">
              <a:lnSpc>
                <a:spcPct val="100000"/>
              </a:lnSpc>
              <a:spcBef>
                <a:spcPts val="1400"/>
              </a:spcBef>
              <a:buNone/>
            </a:pPr>
            <a:endParaRPr b="0" lang="en-US" sz="2200" strike="noStrike" u="none">
              <a:solidFill>
                <a:schemeClr val="dk1"/>
              </a:solidFill>
              <a:uFillTx/>
              <a:latin typeface="Calibri"/>
            </a:endParaRPr>
          </a:p>
          <a:p>
            <a:pPr indent="0" defTabSz="914400">
              <a:lnSpc>
                <a:spcPct val="100000"/>
              </a:lnSpc>
              <a:spcBef>
                <a:spcPts val="1400"/>
              </a:spcBef>
              <a:buNone/>
            </a:pPr>
            <a:r>
              <a:rPr b="0" lang="en-US" sz="2200" strike="noStrike" u="none">
                <a:solidFill>
                  <a:schemeClr val="accent3">
                    <a:lumMod val="25000"/>
                  </a:schemeClr>
                </a:solidFill>
                <a:uFillTx/>
                <a:latin typeface="Abadi"/>
              </a:rPr>
              <a:t>Explain the important elements and findings on the screenshot</a:t>
            </a:r>
            <a:endParaRPr b="0" lang="en-US" sz="2200" strike="noStrike" u="none">
              <a:solidFill>
                <a:schemeClr val="dk1"/>
              </a:solidFill>
              <a:uFillTx/>
              <a:latin typeface="Calibri"/>
            </a:endParaRPr>
          </a:p>
          <a:p>
            <a:pPr indent="0" defTabSz="914400">
              <a:lnSpc>
                <a:spcPct val="100000"/>
              </a:lnSpc>
              <a:spcBef>
                <a:spcPts val="1400"/>
              </a:spcBef>
              <a:buNone/>
            </a:pPr>
            <a:endParaRPr b="0" lang="en-US" sz="2200" strike="noStrike" u="none">
              <a:solidFill>
                <a:schemeClr val="dk1"/>
              </a:solidFill>
              <a:uFillTx/>
              <a:latin typeface="Calibri"/>
            </a:endParaRPr>
          </a:p>
        </p:txBody>
      </p:sp>
      <p:sp>
        <p:nvSpPr>
          <p:cNvPr id="212"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&lt;Dashboard Screenshot 1&gt;</a:t>
            </a:r>
            <a:endParaRPr b="0" lang="pl-PL" sz="4000" strike="noStrike" u="none">
              <a:solidFill>
                <a:srgbClr val="000000"/>
              </a:solidFill>
              <a:uFillTx/>
              <a:latin typeface="Arial"/>
            </a:endParaRPr>
          </a:p>
        </p:txBody>
      </p:sp>
      <p:sp>
        <p:nvSpPr>
          <p:cNvPr id="3" name="PlaceHolder 2"/>
          <p:cNvSpPr>
            <a:spLocks noGrp="1"/>
          </p:cNvSpPr>
          <p:nvPr>
            <p:ph type="sldNum" idx="1"/>
          </p:nvPr>
        </p:nvSpPr>
        <p:spPr/>
        <p:txBody>
          <a:bodyPr/>
          <a:p>
            <a:fld id="{58E36D13-FC95-45F0-B9AF-D1B467EAD460}" type="slidenum">
              <a:t>39</a:t>
            </a:fld>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13" name="PlaceHolder 1"/>
          <p:cNvSpPr>
            <a:spLocks noGrp="1"/>
          </p:cNvSpPr>
          <p:nvPr>
            <p:ph/>
          </p:nvPr>
        </p:nvSpPr>
        <p:spPr>
          <a:xfrm>
            <a:off x="734040" y="1825560"/>
            <a:ext cx="10551240" cy="4350960"/>
          </a:xfrm>
          <a:prstGeom prst="rect">
            <a:avLst/>
          </a:prstGeom>
          <a:noFill/>
          <a:ln w="0">
            <a:noFill/>
          </a:ln>
        </p:spPr>
        <p:txBody>
          <a:bodyPr lIns="91440" rIns="91440" tIns="45720" bIns="45720" anchor="t">
            <a:normAutofit/>
          </a:bodyPr>
          <a:p>
            <a:pPr indent="0" defTabSz="914400">
              <a:lnSpc>
                <a:spcPct val="100000"/>
              </a:lnSpc>
              <a:spcBef>
                <a:spcPts val="1400"/>
              </a:spcBef>
              <a:buNone/>
            </a:pPr>
            <a:r>
              <a:rPr b="0" lang="en-US" sz="2200" strike="noStrike" u="none">
                <a:solidFill>
                  <a:schemeClr val="accent3">
                    <a:lumMod val="25000"/>
                  </a:schemeClr>
                </a:solidFill>
                <a:uFillTx/>
                <a:latin typeface="Abadi"/>
              </a:rPr>
              <a:t>Replace &lt;Dashboard screenshot 2&gt; title with an appropriate title</a:t>
            </a:r>
            <a:endParaRPr b="0" lang="en-US" sz="2200" strike="noStrike" u="none">
              <a:solidFill>
                <a:schemeClr val="dk1"/>
              </a:solidFill>
              <a:uFillTx/>
              <a:latin typeface="Calibri"/>
            </a:endParaRPr>
          </a:p>
          <a:p>
            <a:pPr indent="0" defTabSz="914400">
              <a:lnSpc>
                <a:spcPct val="100000"/>
              </a:lnSpc>
              <a:spcBef>
                <a:spcPts val="1400"/>
              </a:spcBef>
              <a:buNone/>
            </a:pPr>
            <a:endParaRPr b="0" lang="en-US" sz="2200" strike="noStrike" u="none">
              <a:solidFill>
                <a:schemeClr val="dk1"/>
              </a:solidFill>
              <a:uFillTx/>
              <a:latin typeface="Calibri"/>
            </a:endParaRPr>
          </a:p>
          <a:p>
            <a:pPr indent="0" defTabSz="914400">
              <a:lnSpc>
                <a:spcPct val="100000"/>
              </a:lnSpc>
              <a:spcBef>
                <a:spcPts val="1400"/>
              </a:spcBef>
              <a:buNone/>
            </a:pPr>
            <a:r>
              <a:rPr b="0" lang="en-US" sz="2200" strike="noStrike" u="none">
                <a:solidFill>
                  <a:schemeClr val="accent3">
                    <a:lumMod val="25000"/>
                  </a:schemeClr>
                </a:solidFill>
                <a:uFillTx/>
                <a:latin typeface="Abadi"/>
              </a:rPr>
              <a:t>Show the screenshot of the piechart for the launch site with highest launch success ratio</a:t>
            </a:r>
            <a:endParaRPr b="0" lang="en-US" sz="2200" strike="noStrike" u="none">
              <a:solidFill>
                <a:schemeClr val="dk1"/>
              </a:solidFill>
              <a:uFillTx/>
              <a:latin typeface="Calibri"/>
            </a:endParaRPr>
          </a:p>
          <a:p>
            <a:pPr indent="0" defTabSz="914400">
              <a:lnSpc>
                <a:spcPct val="100000"/>
              </a:lnSpc>
              <a:spcBef>
                <a:spcPts val="1400"/>
              </a:spcBef>
              <a:buNone/>
            </a:pPr>
            <a:endParaRPr b="0" lang="en-US" sz="2200" strike="noStrike" u="none">
              <a:solidFill>
                <a:schemeClr val="dk1"/>
              </a:solidFill>
              <a:uFillTx/>
              <a:latin typeface="Calibri"/>
            </a:endParaRPr>
          </a:p>
          <a:p>
            <a:pPr indent="0" defTabSz="914400">
              <a:lnSpc>
                <a:spcPct val="100000"/>
              </a:lnSpc>
              <a:spcBef>
                <a:spcPts val="1400"/>
              </a:spcBef>
              <a:buNone/>
            </a:pPr>
            <a:r>
              <a:rPr b="0" lang="en-US" sz="2200" strike="noStrike" u="none">
                <a:solidFill>
                  <a:schemeClr val="accent3">
                    <a:lumMod val="25000"/>
                  </a:schemeClr>
                </a:solidFill>
                <a:uFillTx/>
                <a:latin typeface="Abadi"/>
              </a:rPr>
              <a:t>Explain the important elements and findings on the screenshot</a:t>
            </a:r>
            <a:endParaRPr b="0" lang="en-US" sz="2200" strike="noStrike" u="none">
              <a:solidFill>
                <a:schemeClr val="dk1"/>
              </a:solidFill>
              <a:uFillTx/>
              <a:latin typeface="Calibri"/>
            </a:endParaRPr>
          </a:p>
          <a:p>
            <a:pPr indent="0" defTabSz="914400">
              <a:lnSpc>
                <a:spcPct val="100000"/>
              </a:lnSpc>
              <a:buNone/>
            </a:pPr>
            <a:endParaRPr b="0" lang="en-US" sz="1800" strike="noStrike" u="none">
              <a:solidFill>
                <a:schemeClr val="dk1"/>
              </a:solidFill>
              <a:uFillTx/>
              <a:latin typeface="Calibri"/>
            </a:endParaRPr>
          </a:p>
        </p:txBody>
      </p:sp>
      <p:sp>
        <p:nvSpPr>
          <p:cNvPr id="214"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&lt;Dashboard Screenshot 2&gt;</a:t>
            </a:r>
            <a:endParaRPr b="0" lang="pl-PL" sz="4000" strike="noStrike" u="none">
              <a:solidFill>
                <a:srgbClr val="000000"/>
              </a:solidFill>
              <a:uFillTx/>
              <a:latin typeface="Arial"/>
            </a:endParaRPr>
          </a:p>
        </p:txBody>
      </p:sp>
      <p:sp>
        <p:nvSpPr>
          <p:cNvPr id="3" name="PlaceHolder 2"/>
          <p:cNvSpPr>
            <a:spLocks noGrp="1"/>
          </p:cNvSpPr>
          <p:nvPr>
            <p:ph type="sldNum" idx="1"/>
          </p:nvPr>
        </p:nvSpPr>
        <p:spPr/>
        <p:txBody>
          <a:bodyPr/>
          <a:p>
            <a:fld id="{78F6886D-7D34-4E6E-8C18-6812C6BA8686}" type="slidenum">
              <a:t>40</a:t>
            </a:fld>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15" name="PlaceHolder 1"/>
          <p:cNvSpPr>
            <a:spLocks noGrp="1"/>
          </p:cNvSpPr>
          <p:nvPr>
            <p:ph/>
          </p:nvPr>
        </p:nvSpPr>
        <p:spPr>
          <a:xfrm>
            <a:off x="770040" y="1825560"/>
            <a:ext cx="10414440" cy="4350960"/>
          </a:xfrm>
          <a:prstGeom prst="rect">
            <a:avLst/>
          </a:prstGeom>
          <a:noFill/>
          <a:ln w="0">
            <a:noFill/>
          </a:ln>
        </p:spPr>
        <p:txBody>
          <a:bodyPr lIns="91440" rIns="91440" tIns="45720" bIns="45720" anchor="t">
            <a:normAutofit/>
          </a:bodyPr>
          <a:p>
            <a:pPr indent="0" defTabSz="914400">
              <a:lnSpc>
                <a:spcPct val="100000"/>
              </a:lnSpc>
              <a:spcBef>
                <a:spcPts val="1400"/>
              </a:spcBef>
              <a:buNone/>
            </a:pPr>
            <a:r>
              <a:rPr b="0" lang="en-US" sz="2200" strike="noStrike" u="none">
                <a:solidFill>
                  <a:schemeClr val="accent3">
                    <a:lumMod val="25000"/>
                  </a:schemeClr>
                </a:solidFill>
                <a:uFillTx/>
                <a:latin typeface="Abadi"/>
              </a:rPr>
              <a:t>Replace &lt;Dashboard screenshot 3&gt; title with an appropriate title</a:t>
            </a:r>
            <a:endParaRPr b="0" lang="en-US" sz="2200" strike="noStrike" u="none">
              <a:solidFill>
                <a:schemeClr val="dk1"/>
              </a:solidFill>
              <a:uFillTx/>
              <a:latin typeface="Calibri"/>
            </a:endParaRPr>
          </a:p>
          <a:p>
            <a:pPr indent="0" defTabSz="914400">
              <a:lnSpc>
                <a:spcPct val="100000"/>
              </a:lnSpc>
              <a:spcBef>
                <a:spcPts val="1400"/>
              </a:spcBef>
              <a:buNone/>
            </a:pPr>
            <a:endParaRPr b="0" lang="en-US" sz="2200" strike="noStrike" u="none">
              <a:solidFill>
                <a:schemeClr val="dk1"/>
              </a:solidFill>
              <a:uFillTx/>
              <a:latin typeface="Calibri"/>
            </a:endParaRPr>
          </a:p>
          <a:p>
            <a:pPr indent="0" defTabSz="914400">
              <a:lnSpc>
                <a:spcPct val="100000"/>
              </a:lnSpc>
              <a:spcBef>
                <a:spcPts val="1400"/>
              </a:spcBef>
              <a:buNone/>
            </a:pPr>
            <a:r>
              <a:rPr b="0" lang="en-US" sz="2200" strike="noStrike" u="none">
                <a:solidFill>
                  <a:schemeClr val="accent3">
                    <a:lumMod val="25000"/>
                  </a:schemeClr>
                </a:solidFill>
                <a:uFillTx/>
                <a:latin typeface="Abadi"/>
              </a:rPr>
              <a:t>Show screenshots of Payload vs. Launch Outcome scatter plot for all sites, with different payload selected in the range slider</a:t>
            </a:r>
            <a:endParaRPr b="0" lang="en-US" sz="2200" strike="noStrike" u="none">
              <a:solidFill>
                <a:schemeClr val="dk1"/>
              </a:solidFill>
              <a:uFillTx/>
              <a:latin typeface="Calibri"/>
            </a:endParaRPr>
          </a:p>
          <a:p>
            <a:pPr indent="0" defTabSz="914400">
              <a:lnSpc>
                <a:spcPct val="100000"/>
              </a:lnSpc>
              <a:spcBef>
                <a:spcPts val="1400"/>
              </a:spcBef>
              <a:buNone/>
            </a:pPr>
            <a:endParaRPr b="0" lang="en-US" sz="2200" strike="noStrike" u="none">
              <a:solidFill>
                <a:schemeClr val="dk1"/>
              </a:solidFill>
              <a:uFillTx/>
              <a:latin typeface="Calibri"/>
            </a:endParaRPr>
          </a:p>
          <a:p>
            <a:pPr indent="0" defTabSz="914400">
              <a:lnSpc>
                <a:spcPct val="100000"/>
              </a:lnSpc>
              <a:spcBef>
                <a:spcPts val="1400"/>
              </a:spcBef>
              <a:buNone/>
            </a:pPr>
            <a:r>
              <a:rPr b="0" lang="en-US" sz="2200" strike="noStrike" u="none">
                <a:solidFill>
                  <a:schemeClr val="accent3">
                    <a:lumMod val="25000"/>
                  </a:schemeClr>
                </a:solidFill>
                <a:uFillTx/>
                <a:latin typeface="Abadi"/>
              </a:rPr>
              <a:t>Explain the important elements and findings on the screenshot, such as which payload range or booster version have the largest success rate, etc.</a:t>
            </a:r>
            <a:endParaRPr b="0" lang="en-US" sz="2200" strike="noStrike" u="none">
              <a:solidFill>
                <a:schemeClr val="dk1"/>
              </a:solidFill>
              <a:uFillTx/>
              <a:latin typeface="Calibri"/>
            </a:endParaRPr>
          </a:p>
          <a:p>
            <a:pPr indent="0" defTabSz="914400">
              <a:lnSpc>
                <a:spcPct val="100000"/>
              </a:lnSpc>
              <a:spcBef>
                <a:spcPts val="1400"/>
              </a:spcBef>
              <a:buNone/>
            </a:pPr>
            <a:endParaRPr b="0" lang="en-US" sz="2200" strike="noStrike" u="none">
              <a:solidFill>
                <a:schemeClr val="dk1"/>
              </a:solidFill>
              <a:uFillTx/>
              <a:latin typeface="Calibri"/>
            </a:endParaRPr>
          </a:p>
        </p:txBody>
      </p:sp>
      <p:sp>
        <p:nvSpPr>
          <p:cNvPr id="216"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&lt;Dashboard Screenshot 3&gt;</a:t>
            </a:r>
            <a:endParaRPr b="0" lang="pl-PL" sz="4000" strike="noStrike" u="none">
              <a:solidFill>
                <a:srgbClr val="000000"/>
              </a:solidFill>
              <a:uFillTx/>
              <a:latin typeface="Arial"/>
            </a:endParaRPr>
          </a:p>
        </p:txBody>
      </p:sp>
      <p:sp>
        <p:nvSpPr>
          <p:cNvPr id="3" name="PlaceHolder 2"/>
          <p:cNvSpPr>
            <a:spLocks noGrp="1"/>
          </p:cNvSpPr>
          <p:nvPr>
            <p:ph type="sldNum" idx="1"/>
          </p:nvPr>
        </p:nvSpPr>
        <p:spPr/>
        <p:txBody>
          <a:bodyPr/>
          <a:p>
            <a:fld id="{03F68CD8-7B3F-49BE-B9A1-B9DA06838C43}" type="slidenum">
              <a:t>41</a:t>
            </a:fld>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17" name="TextBox 1"/>
          <p:cNvSpPr/>
          <p:nvPr/>
        </p:nvSpPr>
        <p:spPr>
          <a:xfrm>
            <a:off x="811080" y="2529720"/>
            <a:ext cx="1032120" cy="363960"/>
          </a:xfrm>
          <a:prstGeom prst="rect">
            <a:avLst/>
          </a:prstGeom>
          <a:solidFill>
            <a:srgbClr val="0948cb"/>
          </a:solidFill>
          <a:ln w="0">
            <a:noFill/>
          </a:ln>
        </p:spPr>
        <p:style>
          <a:lnRef idx="0"/>
          <a:fillRef idx="0"/>
          <a:effectRef idx="0"/>
          <a:fontRef idx="minor"/>
        </p:style>
        <p:txBody>
          <a:bodyPr wrap="none" lIns="90000" rIns="90000" tIns="45000" bIns="45000" anchor="t">
            <a:spAutoFit/>
          </a:bodyPr>
          <a:p>
            <a:pPr defTabSz="914400">
              <a:lnSpc>
                <a:spcPct val="100000"/>
              </a:lnSpc>
            </a:pPr>
            <a:r>
              <a:rPr b="0" lang="en-US" sz="1800" strike="noStrike" u="none">
                <a:solidFill>
                  <a:schemeClr val="lt1"/>
                </a:solidFill>
                <a:uFillTx/>
                <a:latin typeface="Calibri"/>
              </a:rPr>
              <a:t>Section 5</a:t>
            </a:r>
            <a:endParaRPr b="0" lang="pl-PL" sz="1800" strike="noStrike" u="none">
              <a:solidFill>
                <a:srgbClr val="ffffff"/>
              </a:solidFill>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18" name="PlaceHolder 1"/>
          <p:cNvSpPr>
            <a:spLocks noGrp="1"/>
          </p:cNvSpPr>
          <p:nvPr>
            <p:ph/>
          </p:nvPr>
        </p:nvSpPr>
        <p:spPr>
          <a:xfrm>
            <a:off x="770040" y="2082240"/>
            <a:ext cx="5325480" cy="3811320"/>
          </a:xfrm>
          <a:prstGeom prst="rect">
            <a:avLst/>
          </a:prstGeom>
          <a:noFill/>
          <a:ln w="0">
            <a:noFill/>
          </a:ln>
        </p:spPr>
        <p:txBody>
          <a:bodyPr lIns="91440" rIns="91440" tIns="45720" bIns="45720" anchor="t">
            <a:normAutofit/>
          </a:bodyPr>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Visualize the built model accuracy for all built classification models, in a bar chart</a:t>
            </a:r>
            <a:endParaRPr b="0" lang="en-US" sz="2200" strike="noStrike" u="none">
              <a:solidFill>
                <a:schemeClr val="dk1"/>
              </a:solidFill>
              <a:uFillTx/>
              <a:latin typeface="Calibri"/>
            </a:endParaRPr>
          </a:p>
          <a:p>
            <a:pPr indent="0" defTabSz="914400">
              <a:lnSpc>
                <a:spcPct val="100000"/>
              </a:lnSpc>
              <a:spcBef>
                <a:spcPts val="1400"/>
              </a:spcBef>
              <a:buNone/>
            </a:pPr>
            <a:endParaRPr b="0" lang="en-US" sz="2200" strike="noStrike" u="none">
              <a:solidFill>
                <a:schemeClr val="dk1"/>
              </a:solidFill>
              <a:uFillTx/>
              <a:latin typeface="Calibri"/>
            </a:endParaRPr>
          </a:p>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Find which model has the highest classification accuracy</a:t>
            </a:r>
            <a:endParaRPr b="0" lang="en-US" sz="2200" strike="noStrike" u="none">
              <a:solidFill>
                <a:schemeClr val="dk1"/>
              </a:solidFill>
              <a:uFillTx/>
              <a:latin typeface="Calibri"/>
            </a:endParaRPr>
          </a:p>
        </p:txBody>
      </p:sp>
      <p:sp>
        <p:nvSpPr>
          <p:cNvPr id="219"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Classification Accuracy</a:t>
            </a:r>
            <a:endParaRPr b="0" lang="pl-PL" sz="4000" strike="noStrike" u="none">
              <a:solidFill>
                <a:srgbClr val="000000"/>
              </a:solidFill>
              <a:uFillTx/>
              <a:latin typeface="Arial"/>
            </a:endParaRPr>
          </a:p>
        </p:txBody>
      </p:sp>
      <p:sp>
        <p:nvSpPr>
          <p:cNvPr id="3" name="PlaceHolder 2"/>
          <p:cNvSpPr>
            <a:spLocks noGrp="1"/>
          </p:cNvSpPr>
          <p:nvPr>
            <p:ph type="sldNum" idx="1"/>
          </p:nvPr>
        </p:nvSpPr>
        <p:spPr/>
        <p:txBody>
          <a:bodyPr/>
          <a:p>
            <a:fld id="{F58B8FFF-B241-4E12-A3BB-613556F6C9B5}" type="slidenum">
              <a:t>43</a:t>
            </a:fld>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20" name="PlaceHolder 1"/>
          <p:cNvSpPr>
            <a:spLocks noGrp="1"/>
          </p:cNvSpPr>
          <p:nvPr>
            <p:ph/>
          </p:nvPr>
        </p:nvSpPr>
        <p:spPr>
          <a:xfrm>
            <a:off x="770040" y="2057400"/>
            <a:ext cx="9477720" cy="3811320"/>
          </a:xfrm>
          <a:prstGeom prst="rect">
            <a:avLst/>
          </a:prstGeom>
          <a:noFill/>
          <a:ln w="0">
            <a:noFill/>
          </a:ln>
        </p:spPr>
        <p:txBody>
          <a:bodyPr lIns="90000" rIns="90000" tIns="45000" bIns="45000" anchor="t">
            <a:normAutofit/>
          </a:bodyPr>
          <a:p>
            <a:pPr marL="228600" indent="-228600" defTabSz="914400">
              <a:lnSpc>
                <a:spcPct val="100000"/>
              </a:lnSpc>
              <a:spcBef>
                <a:spcPts val="1400"/>
              </a:spcBef>
              <a:buClr>
                <a:srgbClr val="292929"/>
              </a:buClr>
              <a:buFont typeface="Arial"/>
              <a:buChar char="•"/>
            </a:pPr>
            <a:r>
              <a:rPr b="0" lang="en-US" sz="2200" strike="noStrike" u="none">
                <a:solidFill>
                  <a:schemeClr val="accent3">
                    <a:lumMod val="25000"/>
                  </a:schemeClr>
                </a:solidFill>
                <a:uFillTx/>
                <a:latin typeface="Abadi"/>
              </a:rPr>
              <a:t>Show the confusion matrix of the best performing model with an explanation </a:t>
            </a:r>
            <a:endParaRPr b="0" lang="en-US" sz="2200" strike="noStrike" u="none">
              <a:solidFill>
                <a:schemeClr val="dk1"/>
              </a:solidFill>
              <a:uFillTx/>
              <a:latin typeface="Calibri"/>
            </a:endParaRPr>
          </a:p>
        </p:txBody>
      </p:sp>
      <p:sp>
        <p:nvSpPr>
          <p:cNvPr id="221"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Confusion Matrix</a:t>
            </a:r>
            <a:endParaRPr b="0" lang="pl-PL" sz="4000" strike="noStrike" u="none">
              <a:solidFill>
                <a:srgbClr val="000000"/>
              </a:solidFill>
              <a:uFillTx/>
              <a:latin typeface="Arial"/>
            </a:endParaRPr>
          </a:p>
        </p:txBody>
      </p:sp>
      <p:sp>
        <p:nvSpPr>
          <p:cNvPr id="3" name="PlaceHolder 2"/>
          <p:cNvSpPr>
            <a:spLocks noGrp="1"/>
          </p:cNvSpPr>
          <p:nvPr>
            <p:ph type="sldNum" idx="1"/>
          </p:nvPr>
        </p:nvSpPr>
        <p:spPr/>
        <p:txBody>
          <a:bodyPr/>
          <a:p>
            <a:fld id="{39616331-10FA-4217-A610-DEF4E9D91396}" type="slidenum">
              <a:t>44</a:t>
            </a:fld>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22" name="PlaceHolder 1"/>
          <p:cNvSpPr>
            <a:spLocks noGrp="1"/>
          </p:cNvSpPr>
          <p:nvPr>
            <p:ph/>
          </p:nvPr>
        </p:nvSpPr>
        <p:spPr>
          <a:xfrm>
            <a:off x="770040" y="1874880"/>
            <a:ext cx="5903640" cy="4350960"/>
          </a:xfrm>
          <a:prstGeom prst="rect">
            <a:avLst/>
          </a:prstGeom>
          <a:noFill/>
          <a:ln w="0">
            <a:noFill/>
          </a:ln>
        </p:spPr>
        <p:txBody>
          <a:bodyPr lIns="90000" rIns="90000" tIns="45000" bIns="45000" anchor="t">
            <a:normAutofit/>
          </a:bodyPr>
          <a:p>
            <a:pPr indent="0" defTabSz="914400">
              <a:lnSpc>
                <a:spcPct val="100000"/>
              </a:lnSpc>
              <a:spcBef>
                <a:spcPts val="1400"/>
              </a:spcBef>
              <a:buNone/>
            </a:pPr>
            <a:r>
              <a:rPr b="0" lang="en-US" sz="2200" strike="noStrike" u="none">
                <a:solidFill>
                  <a:schemeClr val="accent3">
                    <a:lumMod val="25000"/>
                  </a:schemeClr>
                </a:solidFill>
                <a:uFillTx/>
                <a:latin typeface="Abadi"/>
              </a:rPr>
              <a:t>Point 1</a:t>
            </a:r>
            <a:endParaRPr b="0" lang="en-US" sz="2200" strike="noStrike" u="none">
              <a:solidFill>
                <a:schemeClr val="dk1"/>
              </a:solidFill>
              <a:uFillTx/>
              <a:latin typeface="Calibri"/>
            </a:endParaRPr>
          </a:p>
          <a:p>
            <a:pPr indent="0" defTabSz="914400">
              <a:lnSpc>
                <a:spcPct val="100000"/>
              </a:lnSpc>
              <a:spcBef>
                <a:spcPts val="1400"/>
              </a:spcBef>
              <a:buNone/>
            </a:pPr>
            <a:r>
              <a:rPr b="0" lang="en-US" sz="2200" strike="noStrike" u="none">
                <a:solidFill>
                  <a:schemeClr val="accent3">
                    <a:lumMod val="25000"/>
                  </a:schemeClr>
                </a:solidFill>
                <a:uFillTx/>
                <a:latin typeface="Abadi"/>
              </a:rPr>
              <a:t>Point 2</a:t>
            </a:r>
            <a:endParaRPr b="0" lang="en-US" sz="2200" strike="noStrike" u="none">
              <a:solidFill>
                <a:schemeClr val="dk1"/>
              </a:solidFill>
              <a:uFillTx/>
              <a:latin typeface="Calibri"/>
            </a:endParaRPr>
          </a:p>
          <a:p>
            <a:pPr indent="0" defTabSz="914400">
              <a:lnSpc>
                <a:spcPct val="100000"/>
              </a:lnSpc>
              <a:spcBef>
                <a:spcPts val="1400"/>
              </a:spcBef>
              <a:buNone/>
            </a:pPr>
            <a:r>
              <a:rPr b="0" lang="en-US" sz="2200" strike="noStrike" u="none">
                <a:solidFill>
                  <a:schemeClr val="accent3">
                    <a:lumMod val="25000"/>
                  </a:schemeClr>
                </a:solidFill>
                <a:uFillTx/>
                <a:latin typeface="Abadi"/>
              </a:rPr>
              <a:t>Point 3</a:t>
            </a:r>
            <a:endParaRPr b="0" lang="en-US" sz="2200" strike="noStrike" u="none">
              <a:solidFill>
                <a:schemeClr val="dk1"/>
              </a:solidFill>
              <a:uFillTx/>
              <a:latin typeface="Calibri"/>
            </a:endParaRPr>
          </a:p>
          <a:p>
            <a:pPr indent="0" defTabSz="914400">
              <a:lnSpc>
                <a:spcPct val="100000"/>
              </a:lnSpc>
              <a:spcBef>
                <a:spcPts val="1400"/>
              </a:spcBef>
              <a:buNone/>
            </a:pPr>
            <a:r>
              <a:rPr b="0" lang="en-US" sz="2200" strike="noStrike" u="none">
                <a:solidFill>
                  <a:schemeClr val="accent3">
                    <a:lumMod val="25000"/>
                  </a:schemeClr>
                </a:solidFill>
                <a:uFillTx/>
                <a:latin typeface="Abadi"/>
              </a:rPr>
              <a:t>Point 4</a:t>
            </a:r>
            <a:endParaRPr b="0" lang="en-US" sz="2200" strike="noStrike" u="none">
              <a:solidFill>
                <a:schemeClr val="dk1"/>
              </a:solidFill>
              <a:uFillTx/>
              <a:latin typeface="Calibri"/>
            </a:endParaRPr>
          </a:p>
          <a:p>
            <a:pPr indent="0" defTabSz="914400">
              <a:lnSpc>
                <a:spcPct val="100000"/>
              </a:lnSpc>
              <a:spcBef>
                <a:spcPts val="1400"/>
              </a:spcBef>
              <a:buNone/>
            </a:pPr>
            <a:r>
              <a:rPr b="0" lang="en-US" sz="2200" strike="noStrike" u="none">
                <a:solidFill>
                  <a:schemeClr val="accent3">
                    <a:lumMod val="25000"/>
                  </a:schemeClr>
                </a:solidFill>
                <a:uFillTx/>
                <a:latin typeface="Abadi"/>
              </a:rPr>
              <a:t>…</a:t>
            </a:r>
            <a:endParaRPr b="0" lang="en-US" sz="2200" strike="noStrike" u="none">
              <a:solidFill>
                <a:schemeClr val="dk1"/>
              </a:solidFill>
              <a:uFillTx/>
              <a:latin typeface="Calibri"/>
            </a:endParaRPr>
          </a:p>
        </p:txBody>
      </p:sp>
      <p:sp>
        <p:nvSpPr>
          <p:cNvPr id="223"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Conclusions</a:t>
            </a:r>
            <a:endParaRPr b="0" lang="pl-PL" sz="4000" strike="noStrike" u="none">
              <a:solidFill>
                <a:srgbClr val="000000"/>
              </a:solidFill>
              <a:uFillTx/>
              <a:latin typeface="Arial"/>
            </a:endParaRPr>
          </a:p>
        </p:txBody>
      </p:sp>
      <p:sp>
        <p:nvSpPr>
          <p:cNvPr id="3" name="PlaceHolder 2"/>
          <p:cNvSpPr>
            <a:spLocks noGrp="1"/>
          </p:cNvSpPr>
          <p:nvPr>
            <p:ph type="sldNum" idx="1"/>
          </p:nvPr>
        </p:nvSpPr>
        <p:spPr/>
        <p:txBody>
          <a:bodyPr/>
          <a:p>
            <a:fld id="{8ED0FF80-D7A7-40A5-8EB6-1069628EBFB0}" type="slidenum">
              <a:t>45</a:t>
            </a:fld>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24" name="PlaceHolder 1"/>
          <p:cNvSpPr>
            <a:spLocks noGrp="1"/>
          </p:cNvSpPr>
          <p:nvPr>
            <p:ph/>
          </p:nvPr>
        </p:nvSpPr>
        <p:spPr>
          <a:xfrm>
            <a:off x="770040" y="1859400"/>
            <a:ext cx="10515240" cy="4350960"/>
          </a:xfrm>
          <a:prstGeom prst="rect">
            <a:avLst/>
          </a:prstGeom>
          <a:noFill/>
          <a:ln w="0">
            <a:noFill/>
          </a:ln>
        </p:spPr>
        <p:txBody>
          <a:bodyPr lIns="90000" rIns="90000" tIns="45000" bIns="45000" anchor="t">
            <a:normAutofit/>
          </a:bodyPr>
          <a:p>
            <a:pPr indent="0" defTabSz="914400">
              <a:lnSpc>
                <a:spcPct val="100000"/>
              </a:lnSpc>
              <a:spcBef>
                <a:spcPts val="1400"/>
              </a:spcBef>
              <a:buNone/>
            </a:pPr>
            <a:r>
              <a:rPr b="0" lang="en-US" sz="2200" strike="noStrike" u="none">
                <a:solidFill>
                  <a:schemeClr val="accent3">
                    <a:lumMod val="25000"/>
                  </a:schemeClr>
                </a:solidFill>
                <a:uFillTx/>
                <a:latin typeface="Abadi"/>
              </a:rPr>
              <a:t>Link to repository on github:</a:t>
            </a:r>
            <a:endParaRPr b="0" lang="en-US" sz="2200" strike="noStrike" u="none">
              <a:solidFill>
                <a:schemeClr val="dk1"/>
              </a:solidFill>
              <a:uFillTx/>
              <a:latin typeface="Calibri"/>
            </a:endParaRPr>
          </a:p>
          <a:p>
            <a:pPr indent="0" defTabSz="914400">
              <a:lnSpc>
                <a:spcPct val="100000"/>
              </a:lnSpc>
              <a:spcBef>
                <a:spcPts val="1400"/>
              </a:spcBef>
              <a:buNone/>
            </a:pPr>
            <a:r>
              <a:rPr b="0" lang="en-US" sz="2200" strike="noStrike" u="none">
                <a:solidFill>
                  <a:schemeClr val="accent3">
                    <a:lumMod val="25000"/>
                  </a:schemeClr>
                </a:solidFill>
                <a:uFillTx/>
                <a:latin typeface="Abadi"/>
              </a:rPr>
              <a:t>- https://github.com/matlewan/coursera-</a:t>
            </a:r>
            <a:r>
              <a:rPr b="0" lang="en-US" sz="2200" strike="noStrike" u="none">
                <a:solidFill>
                  <a:schemeClr val="accent3">
                    <a:lumMod val="25000"/>
                  </a:schemeClr>
                </a:solidFill>
                <a:uFillTx/>
                <a:latin typeface="Abadi"/>
              </a:rPr>
              <a:t>learning/blob/main/10-capstone-project</a:t>
            </a:r>
            <a:endParaRPr b="0" lang="en-US" sz="2200" strike="noStrike" u="none">
              <a:solidFill>
                <a:schemeClr val="dk1"/>
              </a:solidFill>
              <a:uFillTx/>
              <a:latin typeface="Calibri"/>
            </a:endParaRPr>
          </a:p>
        </p:txBody>
      </p:sp>
      <p:sp>
        <p:nvSpPr>
          <p:cNvPr id="225" name="Title 1"/>
          <p:cNvSpPr/>
          <p:nvPr/>
        </p:nvSpPr>
        <p:spPr>
          <a:xfrm>
            <a:off x="770040" y="538560"/>
            <a:ext cx="10515240" cy="548640"/>
          </a:xfrm>
          <a:prstGeom prst="rect">
            <a:avLst/>
          </a:prstGeom>
          <a:noFill/>
          <a:ln w="0">
            <a:noFill/>
          </a:ln>
        </p:spPr>
        <p:style>
          <a:lnRef idx="0"/>
          <a:fillRef idx="0"/>
          <a:effectRef idx="0"/>
          <a:fontRef idx="minor"/>
        </p:style>
        <p:txBody>
          <a:bodyPr anchor="ctr">
            <a:normAutofit fontScale="92500" lnSpcReduction="9999"/>
          </a:bodyPr>
          <a:p>
            <a:pPr defTabSz="914400">
              <a:lnSpc>
                <a:spcPct val="90000"/>
              </a:lnSpc>
            </a:pPr>
            <a:r>
              <a:rPr b="0" lang="en-US" sz="4000" strike="noStrike" u="none">
                <a:solidFill>
                  <a:srgbClr val="0b49cb"/>
                </a:solidFill>
                <a:uFillTx/>
                <a:latin typeface="Abadi"/>
                <a:ea typeface="IBM Plex Mono SemiBold"/>
              </a:rPr>
              <a:t>Appendix</a:t>
            </a:r>
            <a:endParaRPr b="0" lang="pl-PL" sz="4000" strike="noStrike" u="none">
              <a:solidFill>
                <a:srgbClr val="000000"/>
              </a:solidFill>
              <a:uFillTx/>
              <a:latin typeface="Arial"/>
            </a:endParaRPr>
          </a:p>
        </p:txBody>
      </p:sp>
      <p:sp>
        <p:nvSpPr>
          <p:cNvPr id="3" name="PlaceHolder 2"/>
          <p:cNvSpPr>
            <a:spLocks noGrp="1"/>
          </p:cNvSpPr>
          <p:nvPr>
            <p:ph type="sldNum" idx="1"/>
          </p:nvPr>
        </p:nvSpPr>
        <p:spPr/>
        <p:txBody>
          <a:bodyPr/>
          <a:p>
            <a:fld id="{D0468045-36F6-4EF5-898B-A27FC53A9096}" type="slidenum">
              <a:t>46</a:t>
            </a:fld>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Tree>
  </p:cSld>
  <p:transition spd="slow">
    <p:push dir="u"/>
  </p:transition>
</p:sld>
</file>

<file path=ppt/theme/theme1.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3.xml><?xml version="1.0" encoding="utf-8"?>
<a:theme xmlns:a="http://schemas.openxmlformats.org/drawingml/2006/main" xmlns:r="http://schemas.openxmlformats.org/officeDocument/2006/relationships" name="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customXml/_rels/item1.xml.rels><?xml version="1.0" encoding="UTF-8"?>
<Relationships xmlns="http://schemas.openxmlformats.org/package/2006/relationships"><Relationship Id="rId1" Type="http://schemas.openxmlformats.org/officeDocument/2006/relationships/customXmlProps" Target="itemProps1.xml"/>
</Relationships>
</file>

<file path=customXml/_rels/item2.xml.rels><?xml version="1.0" encoding="UTF-8"?>
<Relationships xmlns="http://schemas.openxmlformats.org/package/2006/relationships"><Relationship Id="rId1" Type="http://schemas.openxmlformats.org/officeDocument/2006/relationships/customXmlProps" Target="itemProps2.xml"/>
</Relationships>
</file>

<file path=customXml/_rels/item3.xml.rels><?xml version="1.0" encoding="UTF-8"?>
<Relationships xmlns="http://schemas.openxmlformats.org/package/2006/relationships"><Relationship Id="rId1" Type="http://schemas.openxmlformats.org/officeDocument/2006/relationships/customXmlProps" Target="itemProps3.xml"/>
</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EECD86F56755A646AC8AFCBCBD967F21" ma:contentTypeVersion="12" ma:contentTypeDescription="Create a new document." ma:contentTypeScope="" ma:versionID="5271f8e20090c87afed7729ac71f61b2">
  <xsd:schema xmlns:xsd="http://www.w3.org/2001/XMLSchema" xmlns:xs="http://www.w3.org/2001/XMLSchema" xmlns:p="http://schemas.microsoft.com/office/2006/metadata/properties" xmlns:ns2="155be751-a274-42e8-93fb-f39d3b9bccc8" xmlns:ns3="f80a141d-92ca-4d3d-9308-f7e7b1d44ce8" targetNamespace="http://schemas.microsoft.com/office/2006/metadata/properties" ma:root="true" ma:fieldsID="cf12c133eb44377ebd94fdb7db4757b0" ns2:_="" ns3:_="">
    <xsd:import namespace="155be751-a274-42e8-93fb-f39d3b9bccc8"/>
    <xsd:import namespace="f80a141d-92ca-4d3d-9308-f7e7b1d44ce8"/>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GenerationTime" minOccurs="0"/>
                <xsd:element ref="ns2:MediaServiceEventHashCode" minOccurs="0"/>
                <xsd:element ref="ns2:MediaServiceAutoKeyPoints" minOccurs="0"/>
                <xsd:element ref="ns2:MediaServiceKeyPoints" minOccurs="0"/>
                <xsd:element ref="ns3:SharedWithUsers" minOccurs="0"/>
                <xsd:element ref="ns3:SharedWithDetail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55be751-a274-42e8-93fb-f39d3b9bccc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80a141d-92ca-4d3d-9308-f7e7b1d44ce8"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7EFDA260-DDA0-422C-B7AE-778F653FBB36}">
  <ds:schemaRefs>
    <ds:schemaRef ds:uri="http://schemas.microsoft.com/sharepoint/v3/contenttype/forms"/>
  </ds:schemaRefs>
</ds:datastoreItem>
</file>

<file path=customXml/itemProps2.xml><?xml version="1.0" encoding="utf-8"?>
<ds:datastoreItem xmlns:ds="http://schemas.openxmlformats.org/officeDocument/2006/customXml" ds:itemID="{FD840426-F08D-42AC-9846-A20E4AB85A26}">
  <ds:schemaRefs>
    <ds:schemaRef ds:uri="155be751-a274-42e8-93fb-f39d3b9bccc8"/>
    <ds:schemaRef ds:uri="f80a141d-92ca-4d3d-9308-f7e7b1d44ce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54DA07C5-A406-4A0D-B3E6-3856C94AC7F3}">
  <ds:schemaRef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f80a141d-92ca-4d3d-9308-f7e7b1d44ce8"/>
    <ds:schemaRef ds:uri="http://purl.org/dc/dcmitype/"/>
    <ds:schemaRef ds:uri="http://www.w3.org/XML/1998/namespace"/>
    <ds:schemaRef ds:uri="155be751-a274-42e8-93fb-f39d3b9bccc8"/>
    <ds:schemaRef ds:uri="http://schemas.microsoft.com/office/2006/metadata/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312</TotalTime>
  <Application>LibreOffice/24.8.4.2$Linux_X86_64 LibreOffice_project/bb3cfa12c7b1bf994ecc5649a80400d06cd71002</Application>
  <AppVersion>15.0000</AppVersion>
  <Words>1346</Words>
  <Paragraphs>234</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2021-04-29T18:58:34Z</dcterms:created>
  <dc:creator>YAN Luo</dc:creator>
  <dc:description/>
  <dc:language>pl-PL</dc:language>
  <cp:lastModifiedBy/>
  <cp:lastPrinted>2025-08-19T15:23:01Z</cp:lastPrinted>
  <dcterms:modified xsi:type="dcterms:W3CDTF">2025-08-19T19:44:52Z</dcterms:modified>
  <cp:revision>229</cp:revision>
  <dc:subject/>
  <dc:title> &lt;Title&gt;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0x010100EECD86F56755A646AC8AFCBCBD967F21</vt:lpwstr>
  </property>
  <property fmtid="{D5CDD505-2E9C-101B-9397-08002B2CF9AE}" pid="3" name="Notes">
    <vt:i4>4</vt:i4>
  </property>
  <property fmtid="{D5CDD505-2E9C-101B-9397-08002B2CF9AE}" pid="4" name="PresentationFormat">
    <vt:lpwstr>Widescreen</vt:lpwstr>
  </property>
  <property fmtid="{D5CDD505-2E9C-101B-9397-08002B2CF9AE}" pid="5" name="Slides">
    <vt:i4>47</vt:i4>
  </property>
</Properties>
</file>