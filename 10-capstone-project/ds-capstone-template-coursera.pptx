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presProps.xml" ContentType="application/vnd.openxmlformats-officedocument.presentationml.presProps+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8.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6.png" ContentType="image/png"/>
  <Override PartName="/ppt/media/image2.png" ContentType="image/png"/>
  <Override PartName="/ppt/media/image3.png" ContentType="image/png"/>
  <Override PartName="/ppt/media/image9.jpeg" ContentType="image/jpeg"/>
  <Override PartName="/ppt/media/image4.jpeg" ContentType="image/jpeg"/>
  <Override PartName="/ppt/media/image5.png" ContentType="image/png"/>
  <Override PartName="/ppt/media/image8.jpeg" ContentType="image/jpeg"/>
  <Override PartName="/ppt/media/image7.png" ContentType="image/png"/>
  <Override PartName="/ppt/media/image10.jpeg" ContentType="image/jpeg"/>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48.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30.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31.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33.xml" ContentType="application/vnd.openxmlformats-officedocument.presentationml.slide+xml"/>
  <Override PartName="/ppt/slides/slide45.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notesSlides/notesSlide2.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_rels/notesSlide47.xml.rels" ContentType="application/vnd.openxmlformats-package.relationships+xml"/>
  <Override PartName="/ppt/notesSlides/_rels/notesSlide6.xml.rels" ContentType="application/vnd.openxmlformats-package.relationships+xml"/>
  <Override PartName="/ppt/notesSlides/_rels/notesSlide17.xml.rels" ContentType="application/vnd.openxmlformats-package.relationships+xml"/>
  <Override PartName="/ppt/notesSlides/_rels/notesSlide2.xml.rels" ContentType="application/vnd.openxmlformats-package.relationships+xml"/>
  <Override PartName="/ppt/notesSlides/notesSlide4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63" r:id="rId7"/>
    <p:sldMasterId id="2147483665" r:id="rId8"/>
    <p:sldMasterId id="2147483667" r:id="rId9"/>
    <p:sldMasterId id="2147483669" r:id="rId10"/>
    <p:sldMasterId id="2147483671" r:id="rId11"/>
    <p:sldMasterId id="2147483673" r:id="rId12"/>
    <p:sldMasterId id="2147483675" r:id="rId13"/>
    <p:sldMasterId id="2147483677" r:id="rId14"/>
  </p:sldMasterIdLst>
  <p:notesMasterIdLst>
    <p:notesMasterId r:id="rId15"/>
  </p:notes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 id="290" r:id="rId50"/>
    <p:sldId id="291" r:id="rId51"/>
    <p:sldId id="292" r:id="rId52"/>
    <p:sldId id="293" r:id="rId53"/>
    <p:sldId id="294" r:id="rId54"/>
    <p:sldId id="295" r:id="rId55"/>
    <p:sldId id="296" r:id="rId56"/>
    <p:sldId id="297" r:id="rId57"/>
    <p:sldId id="298" r:id="rId58"/>
    <p:sldId id="299" r:id="rId59"/>
    <p:sldId id="300" r:id="rId60"/>
    <p:sldId id="301" r:id="rId61"/>
    <p:sldId id="302" r:id="rId62"/>
    <p:sldId id="303" r:id="rId63"/>
  </p:sldIdLst>
  <p:sldSz cx="12192000" cy="6858000"/>
  <p:notesSz cx="6858000" cy="1857375"/>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notesMaster" Target="notesMasters/notesMaster1.xml"/><Relationship Id="rId16" Type="http://schemas.openxmlformats.org/officeDocument/2006/relationships/slide" Target="slides/slide1.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32.xml"/><Relationship Id="rId48" Type="http://schemas.openxmlformats.org/officeDocument/2006/relationships/slide" Target="slides/slide33.xml"/><Relationship Id="rId49" Type="http://schemas.openxmlformats.org/officeDocument/2006/relationships/slide" Target="slides/slide34.xml"/><Relationship Id="rId50" Type="http://schemas.openxmlformats.org/officeDocument/2006/relationships/slide" Target="slides/slide35.xml"/><Relationship Id="rId51" Type="http://schemas.openxmlformats.org/officeDocument/2006/relationships/slide" Target="slides/slide36.xml"/><Relationship Id="rId52" Type="http://schemas.openxmlformats.org/officeDocument/2006/relationships/slide" Target="slides/slide37.xml"/><Relationship Id="rId53" Type="http://schemas.openxmlformats.org/officeDocument/2006/relationships/slide" Target="slides/slide38.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trike="noStrike" u="none">
                <a:solidFill>
                  <a:schemeClr val="dk1"/>
                </a:solidFill>
                <a:uFillTx/>
                <a:latin typeface="Calibri"/>
              </a:rPr>
              <a:t>Click to move the slide</a:t>
            </a:r>
            <a:endParaRPr b="0" lang="en-US" sz="1800" strike="noStrike" u="none">
              <a:solidFill>
                <a:schemeClr val="dk1"/>
              </a:solidFill>
              <a:uFillTx/>
              <a:latin typeface="Calibri"/>
            </a:endParaRPr>
          </a:p>
        </p:txBody>
      </p:sp>
      <p:sp>
        <p:nvSpPr>
          <p:cNvPr id="7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pl-PL" sz="2000" strike="noStrike" u="none">
                <a:solidFill>
                  <a:srgbClr val="000000"/>
                </a:solidFill>
                <a:uFillTx/>
                <a:latin typeface="Arial"/>
              </a:rPr>
              <a:t>Click to edit the notes format</a:t>
            </a:r>
            <a:endParaRPr b="0" lang="pl-PL" sz="2000" strike="noStrike" u="none">
              <a:solidFill>
                <a:srgbClr val="000000"/>
              </a:solidFill>
              <a:uFillTx/>
              <a:latin typeface="Arial"/>
            </a:endParaRPr>
          </a:p>
        </p:txBody>
      </p:sp>
      <p:sp>
        <p:nvSpPr>
          <p:cNvPr id="7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pl-PL" sz="1400" strike="noStrike" u="none">
                <a:solidFill>
                  <a:srgbClr val="000000"/>
                </a:solidFill>
                <a:uFillTx/>
                <a:latin typeface="Times New Roman"/>
              </a:rPr>
              <a:t> </a:t>
            </a:r>
            <a:endParaRPr b="0" lang="pl-PL" sz="1400" strike="noStrike" u="none">
              <a:solidFill>
                <a:srgbClr val="000000"/>
              </a:solidFill>
              <a:uFillTx/>
              <a:latin typeface="Times New Roman"/>
            </a:endParaRPr>
          </a:p>
        </p:txBody>
      </p:sp>
      <p:sp>
        <p:nvSpPr>
          <p:cNvPr id="77"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pl-PL" sz="1400" strike="noStrike" u="none">
                <a:solidFill>
                  <a:srgbClr val="000000"/>
                </a:solidFill>
                <a:uFillTx/>
                <a:latin typeface="Times New Roman"/>
              </a:defRPr>
            </a:lvl1pPr>
          </a:lstStyle>
          <a:p>
            <a:pPr indent="0" algn="r">
              <a:buNone/>
            </a:pPr>
            <a:r>
              <a:rPr b="0" lang="pl-PL" sz="1400" strike="noStrike" u="none">
                <a:solidFill>
                  <a:srgbClr val="000000"/>
                </a:solidFill>
                <a:uFillTx/>
                <a:latin typeface="Times New Roman"/>
              </a:rPr>
              <a:t> </a:t>
            </a:r>
            <a:endParaRPr b="0" lang="pl-PL" sz="1400" strike="noStrike" u="none">
              <a:solidFill>
                <a:srgbClr val="000000"/>
              </a:solidFill>
              <a:uFillTx/>
              <a:latin typeface="Times New Roman"/>
            </a:endParaRPr>
          </a:p>
        </p:txBody>
      </p:sp>
      <p:sp>
        <p:nvSpPr>
          <p:cNvPr id="78"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pl-PL" sz="1400" strike="noStrike" u="none">
                <a:solidFill>
                  <a:srgbClr val="000000"/>
                </a:solidFill>
                <a:uFillTx/>
                <a:latin typeface="Times New Roman"/>
              </a:defRPr>
            </a:lvl1pPr>
          </a:lstStyle>
          <a:p>
            <a:pPr indent="0">
              <a:buNone/>
            </a:pPr>
            <a:r>
              <a:rPr b="0" lang="pl-PL" sz="1400" strike="noStrike" u="none">
                <a:solidFill>
                  <a:srgbClr val="000000"/>
                </a:solidFill>
                <a:uFillTx/>
                <a:latin typeface="Times New Roman"/>
              </a:rPr>
              <a:t> </a:t>
            </a:r>
            <a:endParaRPr b="0" lang="pl-PL" sz="1400" strike="noStrike" u="none">
              <a:solidFill>
                <a:srgbClr val="000000"/>
              </a:solidFill>
              <a:uFillTx/>
              <a:latin typeface="Times New Roman"/>
            </a:endParaRPr>
          </a:p>
        </p:txBody>
      </p:sp>
      <p:sp>
        <p:nvSpPr>
          <p:cNvPr id="79"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pl-PL" sz="1400" strike="noStrike" u="none">
                <a:solidFill>
                  <a:srgbClr val="000000"/>
                </a:solidFill>
                <a:uFillTx/>
                <a:latin typeface="Times New Roman"/>
              </a:defRPr>
            </a:lvl1pPr>
          </a:lstStyle>
          <a:p>
            <a:pPr indent="0" algn="r">
              <a:buNone/>
            </a:pPr>
            <a:fld id="{7A9320A6-E047-431E-A43D-4BC16C080BE0}" type="slidenum">
              <a:rPr b="0" lang="pl-PL" sz="1400" strike="noStrike" u="none">
                <a:solidFill>
                  <a:srgbClr val="000000"/>
                </a:solidFill>
                <a:uFillTx/>
                <a:latin typeface="Times New Roman"/>
              </a:rPr>
              <a:t>1</a:t>
            </a:fld>
            <a:endParaRPr b="0" lang="pl-PL" sz="1400" strike="noStrike" u="none">
              <a:solidFill>
                <a:srgbClr val="000000"/>
              </a:solidFill>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685800" y="1143000"/>
            <a:ext cx="5486040" cy="3085920"/>
          </a:xfrm>
          <a:prstGeom prst="rect">
            <a:avLst/>
          </a:prstGeom>
          <a:ln w="0">
            <a:noFill/>
          </a:ln>
        </p:spPr>
      </p:sp>
      <p:sp>
        <p:nvSpPr>
          <p:cNvPr id="19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pl-PL" sz="1800" strike="noStrike" u="none">
              <a:solidFill>
                <a:srgbClr val="000000"/>
              </a:solidFill>
              <a:uFillTx/>
              <a:latin typeface="Arial"/>
            </a:endParaRPr>
          </a:p>
        </p:txBody>
      </p:sp>
      <p:sp>
        <p:nvSpPr>
          <p:cNvPr id="196" name="PlaceHolder 3"/>
          <p:cNvSpPr>
            <a:spLocks noGrp="1"/>
          </p:cNvSpPr>
          <p:nvPr>
            <p:ph type="sldNum" idx="4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uFillTx/>
                <a:latin typeface="Times New Roman"/>
              </a:defRPr>
            </a:lvl1pPr>
          </a:lstStyle>
          <a:p>
            <a:pPr indent="0" algn="r">
              <a:lnSpc>
                <a:spcPct val="100000"/>
              </a:lnSpc>
              <a:buNone/>
            </a:pPr>
            <a:fld id="{18195F02-E824-44C9-9C09-A7FEA4E101E8}" type="slidenum">
              <a:rPr b="0" lang="en-US" sz="1200" strike="noStrike" u="none">
                <a:solidFill>
                  <a:srgbClr val="000000"/>
                </a:solidFill>
                <a:uFillTx/>
                <a:latin typeface="Times New Roman"/>
              </a:rPr>
              <a:t>&lt;number&gt;</a:t>
            </a:fld>
            <a:endParaRPr b="0" lang="pl-PL" sz="1200" strike="noStrike" u="none">
              <a:solidFill>
                <a:srgbClr val="000000"/>
              </a:solidFill>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685800" y="1143000"/>
            <a:ext cx="5486040" cy="3085920"/>
          </a:xfrm>
          <a:prstGeom prst="rect">
            <a:avLst/>
          </a:prstGeom>
          <a:ln w="0">
            <a:noFill/>
          </a:ln>
        </p:spPr>
      </p:sp>
      <p:sp>
        <p:nvSpPr>
          <p:cNvPr id="19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pl-PL" sz="1800" strike="noStrike" u="none">
              <a:solidFill>
                <a:srgbClr val="000000"/>
              </a:solidFill>
              <a:uFillTx/>
              <a:latin typeface="Arial"/>
            </a:endParaRPr>
          </a:p>
        </p:txBody>
      </p:sp>
      <p:sp>
        <p:nvSpPr>
          <p:cNvPr id="199" name="PlaceHolder 3"/>
          <p:cNvSpPr>
            <a:spLocks noGrp="1"/>
          </p:cNvSpPr>
          <p:nvPr>
            <p:ph type="sldNum" idx="4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uFillTx/>
                <a:latin typeface="Times New Roman"/>
              </a:defRPr>
            </a:lvl1pPr>
          </a:lstStyle>
          <a:p>
            <a:pPr indent="0" algn="r">
              <a:lnSpc>
                <a:spcPct val="100000"/>
              </a:lnSpc>
              <a:buNone/>
            </a:pPr>
            <a:fld id="{EF280652-6E72-4F41-ADB5-513C603EA403}" type="slidenum">
              <a:rPr b="0" lang="en-US" sz="1200" strike="noStrike" u="none">
                <a:solidFill>
                  <a:srgbClr val="000000"/>
                </a:solidFill>
                <a:uFillTx/>
                <a:latin typeface="Times New Roman"/>
              </a:rPr>
              <a:t>&lt;number&gt;</a:t>
            </a:fld>
            <a:endParaRPr b="0" lang="pl-PL" sz="1200" strike="noStrike" u="none">
              <a:solidFill>
                <a:srgbClr val="000000"/>
              </a:solidFill>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685800" y="1143000"/>
            <a:ext cx="5486040" cy="3085920"/>
          </a:xfrm>
          <a:prstGeom prst="rect">
            <a:avLst/>
          </a:prstGeom>
          <a:ln w="0">
            <a:noFill/>
          </a:ln>
        </p:spPr>
      </p:sp>
      <p:sp>
        <p:nvSpPr>
          <p:cNvPr id="20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pl-PL" sz="1800" strike="noStrike" u="none">
              <a:solidFill>
                <a:srgbClr val="000000"/>
              </a:solidFill>
              <a:uFillTx/>
              <a:latin typeface="Arial"/>
            </a:endParaRPr>
          </a:p>
        </p:txBody>
      </p:sp>
      <p:sp>
        <p:nvSpPr>
          <p:cNvPr id="202" name="PlaceHolder 3"/>
          <p:cNvSpPr>
            <a:spLocks noGrp="1"/>
          </p:cNvSpPr>
          <p:nvPr>
            <p:ph type="sldNum" idx="4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uFillTx/>
                <a:latin typeface="Times New Roman"/>
              </a:defRPr>
            </a:lvl1pPr>
          </a:lstStyle>
          <a:p>
            <a:pPr indent="0" algn="r">
              <a:lnSpc>
                <a:spcPct val="100000"/>
              </a:lnSpc>
              <a:buNone/>
            </a:pPr>
            <a:fld id="{68371917-4AEB-4D56-BBAC-F999C0BD1F8B}" type="slidenum">
              <a:rPr b="0" lang="en-US" sz="1200" strike="noStrike" u="none">
                <a:solidFill>
                  <a:srgbClr val="000000"/>
                </a:solidFill>
                <a:uFillTx/>
                <a:latin typeface="Times New Roman"/>
              </a:rPr>
              <a:t>&lt;number&gt;</a:t>
            </a:fld>
            <a:endParaRPr b="0" lang="pl-PL" sz="1200" strike="noStrike" u="none">
              <a:solidFill>
                <a:srgbClr val="000000"/>
              </a:solidFill>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sldImg"/>
          </p:nvPr>
        </p:nvSpPr>
        <p:spPr>
          <a:xfrm>
            <a:off x="685800" y="1143000"/>
            <a:ext cx="5486040" cy="3085920"/>
          </a:xfrm>
          <a:prstGeom prst="rect">
            <a:avLst/>
          </a:prstGeom>
          <a:ln w="0">
            <a:noFill/>
          </a:ln>
        </p:spPr>
      </p:sp>
      <p:sp>
        <p:nvSpPr>
          <p:cNvPr id="20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pl-PL" sz="1800" strike="noStrike" u="none">
              <a:solidFill>
                <a:srgbClr val="000000"/>
              </a:solidFill>
              <a:uFillTx/>
              <a:latin typeface="Arial"/>
            </a:endParaRPr>
          </a:p>
        </p:txBody>
      </p:sp>
      <p:sp>
        <p:nvSpPr>
          <p:cNvPr id="205" name="PlaceHolder 3"/>
          <p:cNvSpPr>
            <a:spLocks noGrp="1"/>
          </p:cNvSpPr>
          <p:nvPr>
            <p:ph type="sldNum" idx="4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uFillTx/>
                <a:latin typeface="Times New Roman"/>
              </a:defRPr>
            </a:lvl1pPr>
          </a:lstStyle>
          <a:p>
            <a:pPr indent="0" algn="r">
              <a:lnSpc>
                <a:spcPct val="100000"/>
              </a:lnSpc>
              <a:buNone/>
            </a:pPr>
            <a:fld id="{F04DEDFE-EC15-4995-993E-00A49B5270E8}" type="slidenum">
              <a:rPr b="0" lang="en-US" sz="1200" strike="noStrike" u="none">
                <a:solidFill>
                  <a:srgbClr val="000000"/>
                </a:solidFill>
                <a:uFillTx/>
                <a:latin typeface="Times New Roman"/>
              </a:rPr>
              <a:t>&lt;number&gt;</a:t>
            </a:fld>
            <a:endParaRPr b="0" lang="pl-PL" sz="1200" strike="noStrike" u="none">
              <a:solidFill>
                <a:srgbClr val="000000"/>
              </a:solidFill>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939E0B9B-63BC-4175-840A-71872358EDCF}"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
        <p:nvSpPr>
          <p:cNvPr id="3" name="PlaceHolder 2"/>
          <p:cNvSpPr>
            <a:spLocks noGrp="1"/>
          </p:cNvSpPr>
          <p:nvPr>
            <p:ph type="sldNum" idx="4"/>
          </p:nvPr>
        </p:nvSpPr>
        <p:spPr/>
        <p:txBody>
          <a:bodyPr/>
          <a:p>
            <a:fld id="{C8353B52-9447-4B62-A2FD-55AF59AB21AE}" type="slidenum">
              <a:t>&lt;#&gt;</a:t>
            </a:fld>
          </a:p>
        </p:txBody>
      </p:sp>
      <p:sp>
        <p:nvSpPr>
          <p:cNvPr id="4" name="PlaceHolder 3"/>
          <p:cNvSpPr>
            <a:spLocks noGrp="1"/>
          </p:cNvSpPr>
          <p:nvPr>
            <p:ph type="dt" idx="2"/>
          </p:nvPr>
        </p:nvSpPr>
        <p:spPr/>
        <p:txBody>
          <a:bodyPr/>
          <a:p>
            <a:r>
              <a:rPr lang="pl-PL"/>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6"/>
          </p:nvPr>
        </p:nvSpPr>
        <p:spPr/>
        <p:txBody>
          <a:bodyPr/>
          <a:p>
            <a:r>
              <a:t>Footer</a:t>
            </a:r>
          </a:p>
        </p:txBody>
      </p:sp>
      <p:sp>
        <p:nvSpPr>
          <p:cNvPr id="3" name="PlaceHolder 2"/>
          <p:cNvSpPr>
            <a:spLocks noGrp="1"/>
          </p:cNvSpPr>
          <p:nvPr>
            <p:ph type="sldNum" idx="7"/>
          </p:nvPr>
        </p:nvSpPr>
        <p:spPr/>
        <p:txBody>
          <a:bodyPr/>
          <a:p>
            <a:fld id="{22B390A6-4435-4F2E-BECE-472F34622527}" type="slidenum">
              <a:t>&lt;#&gt;</a:t>
            </a:fld>
          </a:p>
        </p:txBody>
      </p:sp>
      <p:sp>
        <p:nvSpPr>
          <p:cNvPr id="4" name="PlaceHolder 3"/>
          <p:cNvSpPr>
            <a:spLocks noGrp="1"/>
          </p:cNvSpPr>
          <p:nvPr>
            <p:ph type="dt" idx="5"/>
          </p:nvPr>
        </p:nvSpPr>
        <p:spPr/>
        <p:txBody>
          <a:bodyPr/>
          <a:p>
            <a:r>
              <a:rPr lang="pl-PL"/>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Blank">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1_Vertical Title and Tex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20" name="PlaceHolder 2"/>
          <p:cNvSpPr>
            <a:spLocks noGrp="1"/>
          </p:cNvSpPr>
          <p:nvPr>
            <p:ph/>
          </p:nvPr>
        </p:nvSpPr>
        <p:spPr>
          <a:xfrm>
            <a:off x="838080" y="365040"/>
            <a:ext cx="7733880" cy="581148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uFillTx/>
              <a:latin typeface="Calibri"/>
            </a:endParaRPr>
          </a:p>
        </p:txBody>
      </p:sp>
      <p:sp>
        <p:nvSpPr>
          <p:cNvPr id="4" name="PlaceHolder 3"/>
          <p:cNvSpPr>
            <a:spLocks noGrp="1"/>
          </p:cNvSpPr>
          <p:nvPr>
            <p:ph type="ftr" idx="9"/>
          </p:nvPr>
        </p:nvSpPr>
        <p:spPr/>
        <p:txBody>
          <a:bodyPr/>
          <a:p>
            <a:r>
              <a:t>Footer</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1_Vertical Title and Tex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22" name="PlaceHolder 2"/>
          <p:cNvSpPr>
            <a:spLocks noGrp="1"/>
          </p:cNvSpPr>
          <p:nvPr>
            <p:ph/>
          </p:nvPr>
        </p:nvSpPr>
        <p:spPr>
          <a:xfrm>
            <a:off x="838080" y="365040"/>
            <a:ext cx="3773880" cy="581148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uFillTx/>
              <a:latin typeface="Calibri"/>
            </a:endParaRPr>
          </a:p>
        </p:txBody>
      </p:sp>
      <p:sp>
        <p:nvSpPr>
          <p:cNvPr id="23" name="PlaceHolder 3"/>
          <p:cNvSpPr>
            <a:spLocks noGrp="1"/>
          </p:cNvSpPr>
          <p:nvPr>
            <p:ph/>
          </p:nvPr>
        </p:nvSpPr>
        <p:spPr>
          <a:xfrm>
            <a:off x="4800960" y="365040"/>
            <a:ext cx="3773880" cy="581148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uFillTx/>
              <a:latin typeface="Calibri"/>
            </a:endParaRPr>
          </a:p>
        </p:txBody>
      </p:sp>
      <p:sp>
        <p:nvSpPr>
          <p:cNvPr id="5" name="PlaceHolder 4"/>
          <p:cNvSpPr>
            <a:spLocks noGrp="1"/>
          </p:cNvSpPr>
          <p:nvPr>
            <p:ph type="ftr" idx="9"/>
          </p:nvPr>
        </p:nvSpPr>
        <p:spPr/>
        <p:txBody>
          <a:bodyPr/>
          <a:p>
            <a:r>
              <a:t>Footer</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1_Vertical Title and Text">
    <p:spTree>
      <p:nvGrpSpPr>
        <p:cNvPr id="1" name=""/>
        <p:cNvGrpSpPr/>
        <p:nvPr/>
      </p:nvGrpSpPr>
      <p:grpSpPr>
        <a:xfrm>
          <a:off x="0" y="0"/>
          <a:ext cx="0" cy="0"/>
          <a:chOff x="0" y="0"/>
          <a:chExt cx="0" cy="0"/>
        </a:xfrm>
      </p:grpSpPr>
      <p:sp>
        <p:nvSpPr>
          <p:cNvPr id="2" name="PlaceHolder 1"/>
          <p:cNvSpPr>
            <a:spLocks noGrp="1"/>
          </p:cNvSpPr>
          <p:nvPr>
            <p:ph type="ftr" idx="9"/>
          </p:nvPr>
        </p:nvSpPr>
        <p:spPr/>
        <p:txBody>
          <a:bodyPr/>
          <a:p>
            <a:r>
              <a:t>Footer</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1_Vertical Title and Text">
    <p:spTree>
      <p:nvGrpSpPr>
        <p:cNvPr id="1" name=""/>
        <p:cNvGrpSpPr/>
        <p:nvPr/>
      </p:nvGrpSpPr>
      <p:grpSpPr>
        <a:xfrm>
          <a:off x="0" y="0"/>
          <a:ext cx="0" cy="0"/>
          <a:chOff x="0" y="0"/>
          <a:chExt cx="0" cy="0"/>
        </a:xfrm>
      </p:grpSpPr>
      <p:sp>
        <p:nvSpPr>
          <p:cNvPr id="2" name="PlaceHolder 1"/>
          <p:cNvSpPr>
            <a:spLocks noGrp="1"/>
          </p:cNvSpPr>
          <p:nvPr>
            <p:ph type="ftr" idx="9"/>
          </p:nvPr>
        </p:nvSpPr>
        <p:spPr/>
        <p:txBody>
          <a:bodyPr/>
          <a:p>
            <a:r>
              <a:t>Footer</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1_Vertical Title and Tex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3" name="PlaceHolder 2"/>
          <p:cNvSpPr>
            <a:spLocks noGrp="1"/>
          </p:cNvSpPr>
          <p:nvPr>
            <p:ph type="ftr" idx="9"/>
          </p:nvPr>
        </p:nvSpPr>
        <p:spPr/>
        <p:txBody>
          <a:bodyPr/>
          <a:p>
            <a:r>
              <a:t>Footer</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Vertical Title and Text">
    <p:spTree>
      <p:nvGrpSpPr>
        <p:cNvPr id="1" name=""/>
        <p:cNvGrpSpPr/>
        <p:nvPr/>
      </p:nvGrpSpPr>
      <p:grpSpPr>
        <a:xfrm>
          <a:off x="0" y="0"/>
          <a:ext cx="0" cy="0"/>
          <a:chOff x="0" y="0"/>
          <a:chExt cx="0" cy="0"/>
        </a:xfrm>
      </p:grpSpPr>
      <p:sp>
        <p:nvSpPr>
          <p:cNvPr id="2" name="PlaceHolder 1"/>
          <p:cNvSpPr>
            <a:spLocks noGrp="1"/>
          </p:cNvSpPr>
          <p:nvPr>
            <p:ph type="ftr" idx="9"/>
          </p:nvPr>
        </p:nvSpPr>
        <p:spPr/>
        <p:txBody>
          <a:bodyPr/>
          <a:p>
            <a:r>
              <a:t>Footer</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31" name="PlaceHolder 2"/>
          <p:cNvSpPr>
            <a:spLocks noGrp="1"/>
          </p:cNvSpPr>
          <p:nvPr>
            <p:ph/>
          </p:nvPr>
        </p:nvSpPr>
        <p:spPr>
          <a:xfrm>
            <a:off x="838080" y="365040"/>
            <a:ext cx="7733880" cy="581148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uFillTx/>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C2842C91-1086-449F-A980-B4D8174B787C}" type="slidenum">
              <a:t>&lt;#&gt;</a:t>
            </a:fld>
          </a:p>
        </p:txBody>
      </p:sp>
      <p:sp>
        <p:nvSpPr>
          <p:cNvPr id="6" name="PlaceHolder 5"/>
          <p:cNvSpPr>
            <a:spLocks noGrp="1"/>
          </p:cNvSpPr>
          <p:nvPr>
            <p:ph type="dt" idx="10"/>
          </p:nvPr>
        </p:nvSpPr>
        <p:spPr/>
        <p:txBody>
          <a:bodyPr/>
          <a:p>
            <a:r>
              <a:rPr lang="pl-PL"/>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FD2E85FC-863D-40A8-B245-B5FDB4B5E67B}" type="slidenum">
              <a:t>&lt;#&gt;</a:t>
            </a:fld>
          </a:p>
        </p:txBody>
      </p:sp>
      <p:sp>
        <p:nvSpPr>
          <p:cNvPr id="4" name="PlaceHolder 3"/>
          <p:cNvSpPr>
            <a:spLocks noGrp="1"/>
          </p:cNvSpPr>
          <p:nvPr>
            <p:ph type="dt" idx="13"/>
          </p:nvPr>
        </p:nvSpPr>
        <p:spPr/>
        <p:txBody>
          <a:bodyPr/>
          <a:p>
            <a:r>
              <a:rPr lang="pl-PL"/>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44" name="PlaceHolder 2"/>
          <p:cNvSpPr>
            <a:spLocks noGrp="1"/>
          </p:cNvSpPr>
          <p:nvPr>
            <p:ph/>
          </p:nvPr>
        </p:nvSpPr>
        <p:spPr>
          <a:xfrm>
            <a:off x="838080" y="365040"/>
            <a:ext cx="3773880" cy="581148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uFillTx/>
              <a:latin typeface="Calibri"/>
            </a:endParaRPr>
          </a:p>
        </p:txBody>
      </p:sp>
      <p:sp>
        <p:nvSpPr>
          <p:cNvPr id="45" name="PlaceHolder 3"/>
          <p:cNvSpPr>
            <a:spLocks noGrp="1"/>
          </p:cNvSpPr>
          <p:nvPr>
            <p:ph/>
          </p:nvPr>
        </p:nvSpPr>
        <p:spPr>
          <a:xfrm>
            <a:off x="4800960" y="365040"/>
            <a:ext cx="3773880" cy="581148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uFillTx/>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E9C1E460-A6A0-49FF-B807-D23B62A3A5A3}" type="slidenum">
              <a:t>&lt;#&gt;</a:t>
            </a:fld>
          </a:p>
        </p:txBody>
      </p:sp>
      <p:sp>
        <p:nvSpPr>
          <p:cNvPr id="7" name="PlaceHolder 6"/>
          <p:cNvSpPr>
            <a:spLocks noGrp="1"/>
          </p:cNvSpPr>
          <p:nvPr>
            <p:ph type="dt" idx="16"/>
          </p:nvPr>
        </p:nvSpPr>
        <p:spPr/>
        <p:txBody>
          <a:bodyPr/>
          <a:p>
            <a:r>
              <a:rPr lang="pl-PL"/>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7FA5F1A7-EC60-4095-A012-C74312FB68B3}" type="slidenum">
              <a:t>&lt;#&gt;</a:t>
            </a:fld>
          </a:p>
        </p:txBody>
      </p:sp>
      <p:sp>
        <p:nvSpPr>
          <p:cNvPr id="4" name="PlaceHolder 3"/>
          <p:cNvSpPr>
            <a:spLocks noGrp="1"/>
          </p:cNvSpPr>
          <p:nvPr>
            <p:ph type="dt" idx="19"/>
          </p:nvPr>
        </p:nvSpPr>
        <p:spPr/>
        <p:txBody>
          <a:bodyPr/>
          <a:p>
            <a:r>
              <a:rPr lang="pl-PL"/>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9EF41EE4-4002-4FCF-BC32-A18CC84B756F}" type="slidenum">
              <a:t>&lt;#&gt;</a:t>
            </a:fld>
          </a:p>
        </p:txBody>
      </p:sp>
      <p:sp>
        <p:nvSpPr>
          <p:cNvPr id="5" name="PlaceHolder 4"/>
          <p:cNvSpPr>
            <a:spLocks noGrp="1"/>
          </p:cNvSpPr>
          <p:nvPr>
            <p:ph type="dt" idx="22"/>
          </p:nvPr>
        </p:nvSpPr>
        <p:spPr/>
        <p:txBody>
          <a:bodyPr/>
          <a:p>
            <a:r>
              <a:rPr lang="pl-PL"/>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6CE953AC-0A0D-4233-BAF3-5EBFE56DF71E}" type="slidenum">
              <a:t>&lt;#&gt;</a:t>
            </a:fld>
          </a:p>
        </p:txBody>
      </p:sp>
      <p:sp>
        <p:nvSpPr>
          <p:cNvPr id="4" name="PlaceHolder 3"/>
          <p:cNvSpPr>
            <a:spLocks noGrp="1"/>
          </p:cNvSpPr>
          <p:nvPr>
            <p:ph type="dt" idx="25"/>
          </p:nvPr>
        </p:nvSpPr>
        <p:spPr/>
        <p:txBody>
          <a:bodyPr/>
          <a:p>
            <a:r>
              <a:rPr lang="pl-PL"/>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766B4264-B12D-44A3-B787-2D29DC2CFF27}" type="slidenum">
              <a:t>&lt;#&gt;</a:t>
            </a:fld>
          </a:p>
        </p:txBody>
      </p:sp>
      <p:sp>
        <p:nvSpPr>
          <p:cNvPr id="4" name="PlaceHolder 3"/>
          <p:cNvSpPr>
            <a:spLocks noGrp="1"/>
          </p:cNvSpPr>
          <p:nvPr>
            <p:ph type="dt" idx="28"/>
          </p:nvPr>
        </p:nvSpPr>
        <p:spPr/>
        <p:txBody>
          <a:bodyPr/>
          <a:p>
            <a:r>
              <a:rPr lang="pl-PL"/>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18B910FB-BE6A-40F0-9AA2-E248283BD717}" type="slidenum">
              <a:t>&lt;#&gt;</a:t>
            </a:fld>
          </a:p>
        </p:txBody>
      </p:sp>
      <p:sp>
        <p:nvSpPr>
          <p:cNvPr id="4" name="PlaceHolder 3"/>
          <p:cNvSpPr>
            <a:spLocks noGrp="1"/>
          </p:cNvSpPr>
          <p:nvPr>
            <p:ph type="dt" idx="31"/>
          </p:nvPr>
        </p:nvSpPr>
        <p:spPr/>
        <p:txBody>
          <a:bodyPr/>
          <a:p>
            <a:r>
              <a:rPr lang="pl-PL"/>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11.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12.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13.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4.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5.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6.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7.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sldNum" idx="1"/>
          </p:nvPr>
        </p:nvSpPr>
        <p:spPr>
          <a:xfrm>
            <a:off x="8714880" y="6025680"/>
            <a:ext cx="2742840" cy="401400"/>
          </a:xfrm>
          <a:prstGeom prst="rect">
            <a:avLst/>
          </a:prstGeom>
          <a:noFill/>
          <a:ln w="0">
            <a:noFill/>
          </a:ln>
        </p:spPr>
        <p:txBody>
          <a:bodyPr lIns="91440" rIns="91440" tIns="45720" bIns="45720" anchor="ctr">
            <a:noAutofit/>
          </a:bodyPr>
          <a:lstStyle>
            <a:lvl1pPr indent="0" algn="r" defTabSz="914400">
              <a:lnSpc>
                <a:spcPct val="100000"/>
              </a:lnSpc>
              <a:buNone/>
              <a:defRPr b="0" lang="en-US" sz="1600" strike="noStrike" u="none">
                <a:solidFill>
                  <a:srgbClr val="1c7ddb"/>
                </a:solidFill>
                <a:uFillTx/>
                <a:latin typeface="Abadi"/>
              </a:defRPr>
            </a:lvl1pPr>
          </a:lstStyle>
          <a:p>
            <a:pPr indent="0" algn="r" defTabSz="914400">
              <a:lnSpc>
                <a:spcPct val="100000"/>
              </a:lnSpc>
              <a:buNone/>
            </a:pPr>
            <a:fld id="{2D4151D0-38AB-47E8-ADCD-737F81957819}" type="slidenum">
              <a:rPr b="0" lang="en-US" sz="1600" strike="noStrike" u="none">
                <a:solidFill>
                  <a:srgbClr val="1c7ddb"/>
                </a:solidFill>
                <a:uFillTx/>
                <a:latin typeface="Abadi"/>
              </a:rPr>
              <a:t>&lt;number&gt;</a:t>
            </a:fld>
            <a:endParaRPr b="0" lang="pl-PL" sz="1600" strike="noStrike" u="none">
              <a:solidFill>
                <a:srgbClr val="000000"/>
              </a:solidFill>
              <a:uFillTx/>
              <a:latin typeface="Times New Roman"/>
            </a:endParaRPr>
          </a:p>
        </p:txBody>
      </p:sp>
      <p:sp>
        <p:nvSpPr>
          <p:cNvPr id="1"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uFillTx/>
                <a:latin typeface="Calibri"/>
              </a:rPr>
              <a:t>Click to edit the title text format</a:t>
            </a:r>
            <a:endParaRPr b="0" lang="en-US" sz="1800" strike="noStrike" u="none">
              <a:solidFill>
                <a:schemeClr val="dk1"/>
              </a:solidFill>
              <a:uFillTx/>
              <a:latin typeface="Calibri"/>
            </a:endParaRPr>
          </a:p>
        </p:txBody>
      </p:sp>
      <p:sp>
        <p:nvSpPr>
          <p:cNvPr id="2"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uFillTx/>
                <a:latin typeface="Calibri"/>
              </a:rPr>
              <a:t>Click to edit the outline text format</a:t>
            </a:r>
            <a:endParaRPr b="0" lang="en-US" sz="2800" strike="noStrike" u="none">
              <a:solidFill>
                <a:schemeClr val="dk1"/>
              </a:solidFill>
              <a:uFillTx/>
              <a:latin typeface="Calibri"/>
            </a:endParaRPr>
          </a:p>
          <a:p>
            <a:pPr lvl="1" marL="864000" indent="-324000">
              <a:lnSpc>
                <a:spcPct val="90000"/>
              </a:lnSpc>
              <a:spcBef>
                <a:spcPts val="1134"/>
              </a:spcBef>
              <a:buClr>
                <a:srgbClr val="000000"/>
              </a:buClr>
              <a:buSzPct val="75000"/>
              <a:buFont typeface="Symbol" charset="2"/>
              <a:buChar char=""/>
            </a:pPr>
            <a:r>
              <a:rPr b="0" lang="en-US" sz="2000" strike="noStrike" u="none">
                <a:solidFill>
                  <a:schemeClr val="dk1"/>
                </a:solidFill>
                <a:uFillTx/>
                <a:latin typeface="Calibri"/>
              </a:rPr>
              <a:t>Second Outline Level</a:t>
            </a:r>
            <a:endParaRPr b="0" lang="en-US" sz="2000" strike="noStrike" u="none">
              <a:solidFill>
                <a:schemeClr val="dk1"/>
              </a:solidFill>
              <a:uFillTx/>
              <a:latin typeface="Calibri"/>
            </a:endParaRPr>
          </a:p>
          <a:p>
            <a:pPr lvl="2" marL="1296000" indent="-288000">
              <a:lnSpc>
                <a:spcPct val="90000"/>
              </a:lnSpc>
              <a:spcBef>
                <a:spcPts val="850"/>
              </a:spcBef>
              <a:buClr>
                <a:srgbClr val="000000"/>
              </a:buClr>
              <a:buSzPct val="45000"/>
              <a:buFont typeface="Wingdings" charset="2"/>
              <a:buChar char=""/>
            </a:pPr>
            <a:r>
              <a:rPr b="0" lang="en-US" sz="1800" strike="noStrike" u="none">
                <a:solidFill>
                  <a:schemeClr val="dk1"/>
                </a:solidFill>
                <a:uFillTx/>
                <a:latin typeface="Calibri"/>
              </a:rPr>
              <a:t>Third Outline Level</a:t>
            </a:r>
            <a:endParaRPr b="0" lang="en-US" sz="1800" strike="noStrike" u="none">
              <a:solidFill>
                <a:schemeClr val="dk1"/>
              </a:solidFill>
              <a:uFillTx/>
              <a:latin typeface="Calibri"/>
            </a:endParaRPr>
          </a:p>
          <a:p>
            <a:pPr lvl="3" marL="1728000" indent="-216000">
              <a:lnSpc>
                <a:spcPct val="90000"/>
              </a:lnSpc>
              <a:spcBef>
                <a:spcPts val="567"/>
              </a:spcBef>
              <a:buClr>
                <a:srgbClr val="000000"/>
              </a:buClr>
              <a:buSzPct val="75000"/>
              <a:buFont typeface="Symbol" charset="2"/>
              <a:buChar char=""/>
            </a:pPr>
            <a:r>
              <a:rPr b="0" lang="en-US" sz="1800" strike="noStrike" u="none">
                <a:solidFill>
                  <a:schemeClr val="dk1"/>
                </a:solidFill>
                <a:uFillTx/>
                <a:latin typeface="Calibri"/>
              </a:rPr>
              <a:t>Fourth Outline Level</a:t>
            </a:r>
            <a:endParaRPr b="0" lang="en-US" sz="1800" strike="noStrike" u="none">
              <a:solidFill>
                <a:schemeClr val="dk1"/>
              </a:solidFill>
              <a:uFillTx/>
              <a:latin typeface="Calibri"/>
            </a:endParaRPr>
          </a:p>
          <a:p>
            <a:pPr lvl="4" marL="2160000" indent="-216000">
              <a:lnSpc>
                <a:spcPct val="90000"/>
              </a:lnSpc>
              <a:spcBef>
                <a:spcPts val="283"/>
              </a:spcBef>
              <a:buClr>
                <a:srgbClr val="000000"/>
              </a:buClr>
              <a:buSzPct val="45000"/>
              <a:buFont typeface="Wingdings" charset="2"/>
              <a:buChar char=""/>
            </a:pPr>
            <a:r>
              <a:rPr b="0" lang="en-US" sz="2000" strike="noStrike" u="none">
                <a:solidFill>
                  <a:schemeClr val="dk1"/>
                </a:solidFill>
                <a:uFillTx/>
                <a:latin typeface="Calibri"/>
              </a:rPr>
              <a:t>Fifth Outline Level</a:t>
            </a:r>
            <a:endParaRPr b="0" lang="en-US" sz="2000" strike="noStrike" u="none">
              <a:solidFill>
                <a:schemeClr val="dk1"/>
              </a:solidFill>
              <a:uFillTx/>
              <a:latin typeface="Calibri"/>
            </a:endParaRPr>
          </a:p>
          <a:p>
            <a:pPr lvl="5" marL="2592000" indent="-216000">
              <a:lnSpc>
                <a:spcPct val="90000"/>
              </a:lnSpc>
              <a:spcBef>
                <a:spcPts val="283"/>
              </a:spcBef>
              <a:buClr>
                <a:srgbClr val="000000"/>
              </a:buClr>
              <a:buSzPct val="45000"/>
              <a:buFont typeface="Wingdings" charset="2"/>
              <a:buChar char=""/>
            </a:pPr>
            <a:r>
              <a:rPr b="0" lang="en-US" sz="2000" strike="noStrike" u="none">
                <a:solidFill>
                  <a:schemeClr val="dk1"/>
                </a:solidFill>
                <a:uFillTx/>
                <a:latin typeface="Calibri"/>
              </a:rPr>
              <a:t>Sixth Outline Level</a:t>
            </a:r>
            <a:endParaRPr b="0" lang="en-US" sz="2000" strike="noStrike" u="none">
              <a:solidFill>
                <a:schemeClr val="dk1"/>
              </a:solidFill>
              <a:uFillTx/>
              <a:latin typeface="Calibri"/>
            </a:endParaRPr>
          </a:p>
          <a:p>
            <a:pPr lvl="6" marL="3024000" indent="-216000">
              <a:lnSpc>
                <a:spcPct val="90000"/>
              </a:lnSpc>
              <a:spcBef>
                <a:spcPts val="283"/>
              </a:spcBef>
              <a:buClr>
                <a:srgbClr val="000000"/>
              </a:buClr>
              <a:buSzPct val="45000"/>
              <a:buFont typeface="Wingdings" charset="2"/>
              <a:buChar char=""/>
            </a:pPr>
            <a:r>
              <a:rPr b="0" lang="en-US" sz="2000" strike="noStrike" u="none">
                <a:solidFill>
                  <a:schemeClr val="dk1"/>
                </a:solidFill>
                <a:uFillTx/>
                <a:latin typeface="Calibri"/>
              </a:rPr>
              <a:t>Seventh Outline Level</a:t>
            </a:r>
            <a:endParaRPr b="0" lang="en-US" sz="2000" strike="noStrike" u="none">
              <a:solidFill>
                <a:schemeClr val="dk1"/>
              </a:solidFill>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838080" y="365040"/>
            <a:ext cx="10515240" cy="1325160"/>
          </a:xfrm>
          <a:prstGeom prst="rect">
            <a:avLst/>
          </a:prstGeom>
          <a:noFill/>
          <a:ln w="0">
            <a:noFill/>
          </a:ln>
        </p:spPr>
        <p:txBody>
          <a:bodyPr lIns="90000" rIns="90000" tIns="45000" bIns="45000" anchor="t">
            <a:noAutofit/>
          </a:bodyPr>
          <a:p>
            <a:pPr indent="0" defTabSz="914400">
              <a:lnSpc>
                <a:spcPct val="90000"/>
              </a:lnSpc>
              <a:buNone/>
            </a:pPr>
            <a:r>
              <a:rPr b="0" lang="en-US" sz="4400" strike="noStrike" u="none">
                <a:solidFill>
                  <a:schemeClr val="dk1"/>
                </a:solidFill>
                <a:uFillTx/>
                <a:latin typeface="Calibri Light"/>
              </a:rPr>
              <a:t>Click to edit Master title style</a:t>
            </a:r>
            <a:endParaRPr b="0" lang="en-US" sz="4400" strike="noStrike" u="none">
              <a:solidFill>
                <a:schemeClr val="dk1"/>
              </a:solidFill>
              <a:uFillTx/>
              <a:latin typeface="Calibri"/>
            </a:endParaRPr>
          </a:p>
        </p:txBody>
      </p:sp>
      <p:sp>
        <p:nvSpPr>
          <p:cNvPr id="4" name="PlaceHolder 2"/>
          <p:cNvSpPr>
            <a:spLocks noGrp="1"/>
          </p:cNvSpPr>
          <p:nvPr>
            <p:ph type="body"/>
          </p:nvPr>
        </p:nvSpPr>
        <p:spPr>
          <a:xfrm>
            <a:off x="838080" y="1825560"/>
            <a:ext cx="10515240" cy="4350960"/>
          </a:xfrm>
          <a:prstGeom prst="rect">
            <a:avLst/>
          </a:prstGeom>
          <a:noFill/>
          <a:ln w="0">
            <a:noFill/>
          </a:ln>
        </p:spPr>
        <p:txBody>
          <a:bodyPr lIns="45000" rIns="45000" tIns="90000" bIns="90000" anchor="t" vert="eaVe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uFillTx/>
                <a:latin typeface="Calibri"/>
              </a:rPr>
              <a:t>Click to edit Master text styles</a:t>
            </a:r>
            <a:endParaRPr b="0" lang="en-US" sz="28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uFillTx/>
                <a:latin typeface="Calibri"/>
              </a:rPr>
              <a:t>Second level</a:t>
            </a:r>
            <a:endParaRPr b="0" lang="en-US" sz="24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uFillTx/>
                <a:latin typeface="Calibri"/>
              </a:rPr>
              <a:t>Third level</a:t>
            </a:r>
            <a:endParaRPr b="0" lang="en-US" sz="20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uFillTx/>
                <a:latin typeface="Calibri"/>
              </a:rPr>
              <a:t>Fourth level</a:t>
            </a:r>
            <a:endParaRPr b="0" lang="en-US" sz="18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uFillTx/>
                <a:latin typeface="Calibri"/>
              </a:rPr>
              <a:t>Fifth level</a:t>
            </a:r>
            <a:endParaRPr b="0" lang="en-US" sz="1800" strike="noStrike" u="none">
              <a:solidFill>
                <a:schemeClr val="dk1"/>
              </a:solidFill>
              <a:uFillTx/>
              <a:latin typeface="Calibri"/>
            </a:endParaRPr>
          </a:p>
        </p:txBody>
      </p:sp>
      <p:sp>
        <p:nvSpPr>
          <p:cNvPr id="5" name="PlaceHolder 3"/>
          <p:cNvSpPr>
            <a:spLocks noGrp="1"/>
          </p:cNvSpPr>
          <p:nvPr>
            <p:ph type="dt" idx="2"/>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Calibri"/>
              </a:defRPr>
            </a:lvl1pPr>
          </a:lstStyle>
          <a:p>
            <a:pPr indent="0" defTabSz="914400">
              <a:lnSpc>
                <a:spcPct val="100000"/>
              </a:lnSpc>
              <a:buNone/>
            </a:pPr>
            <a:r>
              <a:rPr b="0" lang="en-US" sz="1800" strike="noStrike" u="none">
                <a:solidFill>
                  <a:schemeClr val="dk1"/>
                </a:solidFill>
                <a:uFillTx/>
                <a:latin typeface="Calibri"/>
              </a:rPr>
              <a:t> </a:t>
            </a:r>
            <a:endParaRPr b="0" lang="pl-PL" sz="1800" strike="noStrike" u="none">
              <a:solidFill>
                <a:srgbClr val="000000"/>
              </a:solidFill>
              <a:uFillTx/>
              <a:latin typeface="Times New Roman"/>
            </a:endParaRPr>
          </a:p>
        </p:txBody>
      </p:sp>
      <p:sp>
        <p:nvSpPr>
          <p:cNvPr id="6" name="PlaceHolder 4"/>
          <p:cNvSpPr>
            <a:spLocks noGrp="1"/>
          </p:cNvSpPr>
          <p:nvPr>
            <p:ph type="ftr" idx="3"/>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pl-PL" sz="1400" strike="noStrike" u="none">
                <a:solidFill>
                  <a:srgbClr val="000000"/>
                </a:solidFill>
                <a:uFillTx/>
                <a:latin typeface="Times New Roman"/>
              </a:defRPr>
            </a:lvl1pPr>
          </a:lstStyle>
          <a:p>
            <a:pPr indent="0" algn="ctr">
              <a:buNone/>
            </a:pPr>
            <a:r>
              <a:rPr b="0" lang="pl-PL" sz="1400" strike="noStrike" u="none">
                <a:solidFill>
                  <a:srgbClr val="000000"/>
                </a:solidFill>
                <a:uFillTx/>
                <a:latin typeface="Times New Roman"/>
              </a:rPr>
              <a:t> </a:t>
            </a:r>
            <a:endParaRPr b="0" lang="pl-PL" sz="1400" strike="noStrike" u="none">
              <a:solidFill>
                <a:srgbClr val="000000"/>
              </a:solidFill>
              <a:uFillTx/>
              <a:latin typeface="Times New Roman"/>
            </a:endParaRPr>
          </a:p>
        </p:txBody>
      </p:sp>
      <p:sp>
        <p:nvSpPr>
          <p:cNvPr id="7" name="PlaceHolder 5"/>
          <p:cNvSpPr>
            <a:spLocks noGrp="1"/>
          </p:cNvSpPr>
          <p:nvPr>
            <p:ph type="sldNum" idx="4"/>
          </p:nvPr>
        </p:nvSpPr>
        <p:spPr>
          <a:xfrm>
            <a:off x="8714880" y="6025680"/>
            <a:ext cx="2742840" cy="401400"/>
          </a:xfrm>
          <a:prstGeom prst="rect">
            <a:avLst/>
          </a:prstGeom>
          <a:noFill/>
          <a:ln w="0">
            <a:noFill/>
          </a:ln>
        </p:spPr>
        <p:txBody>
          <a:bodyPr lIns="91440" rIns="91440" tIns="45720" bIns="45720" anchor="ctr">
            <a:noAutofit/>
          </a:bodyPr>
          <a:lstStyle>
            <a:lvl1pPr indent="0" algn="r" defTabSz="914400">
              <a:lnSpc>
                <a:spcPct val="100000"/>
              </a:lnSpc>
              <a:buNone/>
              <a:defRPr b="0" lang="en-US" sz="1600" strike="noStrike" u="none">
                <a:solidFill>
                  <a:srgbClr val="1c7ddb"/>
                </a:solidFill>
                <a:uFillTx/>
                <a:latin typeface="Abadi"/>
              </a:defRPr>
            </a:lvl1pPr>
          </a:lstStyle>
          <a:p>
            <a:pPr indent="0" algn="r" defTabSz="914400">
              <a:lnSpc>
                <a:spcPct val="100000"/>
              </a:lnSpc>
              <a:buNone/>
            </a:pPr>
            <a:fld id="{66367768-56A6-4D46-AE75-9897AE067164}" type="slidenum">
              <a:rPr b="0" lang="en-US" sz="1600" strike="noStrike" u="none">
                <a:solidFill>
                  <a:srgbClr val="1c7ddb"/>
                </a:solidFill>
                <a:uFillTx/>
                <a:latin typeface="Abadi"/>
              </a:rPr>
              <a:t>1</a:t>
            </a:fld>
            <a:endParaRPr b="0" lang="pl-PL" sz="16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724960" y="365040"/>
            <a:ext cx="2628720" cy="5811480"/>
          </a:xfrm>
          <a:prstGeom prst="rect">
            <a:avLst/>
          </a:prstGeom>
          <a:noFill/>
          <a:ln w="0">
            <a:noFill/>
          </a:ln>
        </p:spPr>
        <p:txBody>
          <a:bodyPr lIns="45000" rIns="45000" tIns="90000" bIns="90000" anchor="t" vert="eaVert">
            <a:noAutofit/>
          </a:bodyPr>
          <a:p>
            <a:pPr indent="0" defTabSz="914400">
              <a:lnSpc>
                <a:spcPct val="90000"/>
              </a:lnSpc>
              <a:buNone/>
            </a:pPr>
            <a:r>
              <a:rPr b="0" lang="en-US" sz="4400" strike="noStrike" u="none">
                <a:solidFill>
                  <a:schemeClr val="dk1"/>
                </a:solidFill>
                <a:uFillTx/>
                <a:latin typeface="Calibri Light"/>
              </a:rPr>
              <a:t>Click to edit Master title style</a:t>
            </a:r>
            <a:endParaRPr b="0" lang="en-US" sz="4400" strike="noStrike" u="none">
              <a:solidFill>
                <a:schemeClr val="dk1"/>
              </a:solidFill>
              <a:uFillTx/>
              <a:latin typeface="Calibri"/>
            </a:endParaRPr>
          </a:p>
        </p:txBody>
      </p:sp>
      <p:sp>
        <p:nvSpPr>
          <p:cNvPr id="9" name="PlaceHolder 2"/>
          <p:cNvSpPr>
            <a:spLocks noGrp="1"/>
          </p:cNvSpPr>
          <p:nvPr>
            <p:ph type="body"/>
          </p:nvPr>
        </p:nvSpPr>
        <p:spPr>
          <a:xfrm>
            <a:off x="838080" y="365040"/>
            <a:ext cx="7733880" cy="5811480"/>
          </a:xfrm>
          <a:prstGeom prst="rect">
            <a:avLst/>
          </a:prstGeom>
          <a:noFill/>
          <a:ln w="0">
            <a:noFill/>
          </a:ln>
        </p:spPr>
        <p:txBody>
          <a:bodyPr lIns="45000" rIns="45000" tIns="90000" bIns="90000" anchor="t" vert="eaVe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uFillTx/>
                <a:latin typeface="Calibri"/>
              </a:rPr>
              <a:t>Click to edit Master text styles</a:t>
            </a:r>
            <a:endParaRPr b="0" lang="en-US" sz="28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uFillTx/>
                <a:latin typeface="Calibri"/>
              </a:rPr>
              <a:t>Second level</a:t>
            </a:r>
            <a:endParaRPr b="0" lang="en-US" sz="24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uFillTx/>
                <a:latin typeface="Calibri"/>
              </a:rPr>
              <a:t>Third level</a:t>
            </a:r>
            <a:endParaRPr b="0" lang="en-US" sz="20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uFillTx/>
                <a:latin typeface="Calibri"/>
              </a:rPr>
              <a:t>Fourth level</a:t>
            </a:r>
            <a:endParaRPr b="0" lang="en-US" sz="18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uFillTx/>
                <a:latin typeface="Calibri"/>
              </a:rPr>
              <a:t>Fifth level</a:t>
            </a:r>
            <a:endParaRPr b="0" lang="en-US" sz="1800" strike="noStrike" u="none">
              <a:solidFill>
                <a:schemeClr val="dk1"/>
              </a:solidFill>
              <a:uFillTx/>
              <a:latin typeface="Calibri"/>
            </a:endParaRPr>
          </a:p>
        </p:txBody>
      </p:sp>
      <p:sp>
        <p:nvSpPr>
          <p:cNvPr id="10" name="PlaceHolder 3"/>
          <p:cNvSpPr>
            <a:spLocks noGrp="1"/>
          </p:cNvSpPr>
          <p:nvPr>
            <p:ph type="dt" idx="5"/>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Calibri"/>
              </a:defRPr>
            </a:lvl1pPr>
          </a:lstStyle>
          <a:p>
            <a:pPr indent="0" defTabSz="914400">
              <a:lnSpc>
                <a:spcPct val="100000"/>
              </a:lnSpc>
              <a:buNone/>
            </a:pPr>
            <a:r>
              <a:rPr b="0" lang="en-US" sz="1800" strike="noStrike" u="none">
                <a:solidFill>
                  <a:schemeClr val="dk1"/>
                </a:solidFill>
                <a:uFillTx/>
                <a:latin typeface="Calibri"/>
              </a:rPr>
              <a:t> </a:t>
            </a:r>
            <a:endParaRPr b="0" lang="pl-PL" sz="1800" strike="noStrike" u="none">
              <a:solidFill>
                <a:srgbClr val="000000"/>
              </a:solidFill>
              <a:uFillTx/>
              <a:latin typeface="Times New Roman"/>
            </a:endParaRPr>
          </a:p>
        </p:txBody>
      </p:sp>
      <p:sp>
        <p:nvSpPr>
          <p:cNvPr id="11" name="PlaceHolder 4"/>
          <p:cNvSpPr>
            <a:spLocks noGrp="1"/>
          </p:cNvSpPr>
          <p:nvPr>
            <p:ph type="ftr" idx="6"/>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pl-PL" sz="1400" strike="noStrike" u="none">
                <a:solidFill>
                  <a:srgbClr val="000000"/>
                </a:solidFill>
                <a:uFillTx/>
                <a:latin typeface="Times New Roman"/>
              </a:defRPr>
            </a:lvl1pPr>
          </a:lstStyle>
          <a:p>
            <a:pPr indent="0" algn="ctr">
              <a:buNone/>
            </a:pPr>
            <a:r>
              <a:rPr b="0" lang="pl-PL" sz="1400" strike="noStrike" u="none">
                <a:solidFill>
                  <a:srgbClr val="000000"/>
                </a:solidFill>
                <a:uFillTx/>
                <a:latin typeface="Times New Roman"/>
              </a:rPr>
              <a:t> </a:t>
            </a:r>
            <a:endParaRPr b="0" lang="pl-PL" sz="1400" strike="noStrike" u="none">
              <a:solidFill>
                <a:srgbClr val="000000"/>
              </a:solidFill>
              <a:uFillTx/>
              <a:latin typeface="Times New Roman"/>
            </a:endParaRPr>
          </a:p>
        </p:txBody>
      </p:sp>
      <p:sp>
        <p:nvSpPr>
          <p:cNvPr id="12" name="PlaceHolder 5"/>
          <p:cNvSpPr>
            <a:spLocks noGrp="1"/>
          </p:cNvSpPr>
          <p:nvPr>
            <p:ph type="sldNum" idx="7"/>
          </p:nvPr>
        </p:nvSpPr>
        <p:spPr>
          <a:xfrm>
            <a:off x="8714880" y="6025680"/>
            <a:ext cx="2742840" cy="401400"/>
          </a:xfrm>
          <a:prstGeom prst="rect">
            <a:avLst/>
          </a:prstGeom>
          <a:noFill/>
          <a:ln w="0">
            <a:noFill/>
          </a:ln>
        </p:spPr>
        <p:txBody>
          <a:bodyPr lIns="91440" rIns="91440" tIns="45720" bIns="45720" anchor="ctr">
            <a:noAutofit/>
          </a:bodyPr>
          <a:lstStyle>
            <a:lvl1pPr indent="0" algn="r" defTabSz="914400">
              <a:lnSpc>
                <a:spcPct val="100000"/>
              </a:lnSpc>
              <a:buNone/>
              <a:defRPr b="0" lang="en-US" sz="1600" strike="noStrike" u="none">
                <a:solidFill>
                  <a:srgbClr val="1c7ddb"/>
                </a:solidFill>
                <a:uFillTx/>
                <a:latin typeface="Abadi"/>
              </a:defRPr>
            </a:lvl1pPr>
          </a:lstStyle>
          <a:p>
            <a:pPr indent="0" algn="r" defTabSz="914400">
              <a:lnSpc>
                <a:spcPct val="100000"/>
              </a:lnSpc>
              <a:buNone/>
            </a:pPr>
            <a:fld id="{DA2A19FD-B694-4CBF-A1C6-6737D2B5777B}" type="slidenum">
              <a:rPr b="0" lang="en-US" sz="1600" strike="noStrike" u="none">
                <a:solidFill>
                  <a:srgbClr val="1c7ddb"/>
                </a:solidFill>
                <a:uFillTx/>
                <a:latin typeface="Abadi"/>
              </a:rPr>
              <a:t>1</a:t>
            </a:fld>
            <a:endParaRPr b="0" lang="pl-PL" sz="16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523880" y="1122480"/>
            <a:ext cx="9143640" cy="2387160"/>
          </a:xfrm>
          <a:prstGeom prst="rect">
            <a:avLst/>
          </a:prstGeom>
          <a:noFill/>
          <a:ln w="0">
            <a:noFill/>
          </a:ln>
        </p:spPr>
        <p:txBody>
          <a:bodyPr lIns="90000" rIns="90000" tIns="45000" bIns="45000" anchor="b">
            <a:normAutofit/>
          </a:bodyPr>
          <a:p>
            <a:pPr indent="0" algn="ctr" defTabSz="914400">
              <a:lnSpc>
                <a:spcPct val="90000"/>
              </a:lnSpc>
              <a:buNone/>
            </a:pPr>
            <a:r>
              <a:rPr b="0" lang="en-US" sz="4800" strike="noStrike" u="none">
                <a:solidFill>
                  <a:srgbClr val="005493"/>
                </a:solidFill>
                <a:uFillTx/>
                <a:latin typeface="IBM Plex Mono SemiBold"/>
                <a:ea typeface="IBM Plex Mono SemiBold"/>
              </a:rPr>
              <a:t>Click to edit Master title style</a:t>
            </a:r>
            <a:endParaRPr b="0" lang="en-US" sz="4800" strike="noStrike" u="none">
              <a:solidFill>
                <a:schemeClr val="dk1"/>
              </a:solidFill>
              <a:uFillTx/>
              <a:latin typeface="Calibri"/>
            </a:endParaRPr>
          </a:p>
        </p:txBody>
      </p:sp>
      <p:sp>
        <p:nvSpPr>
          <p:cNvPr id="14" name="PlaceHolder 2"/>
          <p:cNvSpPr>
            <a:spLocks noGrp="1"/>
          </p:cNvSpPr>
          <p:nvPr>
            <p:ph type="ftr" idx="8"/>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pl-PL" sz="1400" strike="noStrike" u="none">
                <a:solidFill>
                  <a:srgbClr val="000000"/>
                </a:solidFill>
                <a:uFillTx/>
                <a:latin typeface="Times New Roman"/>
              </a:defRPr>
            </a:lvl1pPr>
          </a:lstStyle>
          <a:p>
            <a:pPr indent="0" algn="ctr">
              <a:buNone/>
            </a:pPr>
            <a:r>
              <a:rPr b="0" lang="pl-PL" sz="1400" strike="noStrike" u="none">
                <a:solidFill>
                  <a:srgbClr val="000000"/>
                </a:solidFill>
                <a:uFillTx/>
                <a:latin typeface="Times New Roman"/>
              </a:rPr>
              <a:t>&lt;footer&gt;</a:t>
            </a:r>
            <a:endParaRPr b="0" lang="pl-PL" sz="1400" strike="noStrike" u="none">
              <a:solidFill>
                <a:srgbClr val="000000"/>
              </a:solidFill>
              <a:uFillTx/>
              <a:latin typeface="Times New Roman"/>
            </a:endParaRPr>
          </a:p>
        </p:txBody>
      </p:sp>
      <p:sp>
        <p:nvSpPr>
          <p:cNvPr id="15"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uFillTx/>
                <a:latin typeface="Calibri"/>
              </a:rPr>
              <a:t>Click to edit the outline text format</a:t>
            </a:r>
            <a:endParaRPr b="0" lang="en-US" sz="2800" strike="noStrike" u="none">
              <a:solidFill>
                <a:schemeClr val="dk1"/>
              </a:solidFill>
              <a:uFillTx/>
              <a:latin typeface="Calibri"/>
            </a:endParaRPr>
          </a:p>
          <a:p>
            <a:pPr lvl="1" marL="864000" indent="-324000">
              <a:lnSpc>
                <a:spcPct val="90000"/>
              </a:lnSpc>
              <a:spcBef>
                <a:spcPts val="1134"/>
              </a:spcBef>
              <a:buClr>
                <a:srgbClr val="000000"/>
              </a:buClr>
              <a:buSzPct val="75000"/>
              <a:buFont typeface="Symbol" charset="2"/>
              <a:buChar char=""/>
            </a:pPr>
            <a:r>
              <a:rPr b="0" lang="en-US" sz="2000" strike="noStrike" u="none">
                <a:solidFill>
                  <a:schemeClr val="dk1"/>
                </a:solidFill>
                <a:uFillTx/>
                <a:latin typeface="Calibri"/>
              </a:rPr>
              <a:t>Second Outline Level</a:t>
            </a:r>
            <a:endParaRPr b="0" lang="en-US" sz="2000" strike="noStrike" u="none">
              <a:solidFill>
                <a:schemeClr val="dk1"/>
              </a:solidFill>
              <a:uFillTx/>
              <a:latin typeface="Calibri"/>
            </a:endParaRPr>
          </a:p>
          <a:p>
            <a:pPr lvl="2" marL="1296000" indent="-288000">
              <a:lnSpc>
                <a:spcPct val="90000"/>
              </a:lnSpc>
              <a:spcBef>
                <a:spcPts val="850"/>
              </a:spcBef>
              <a:buClr>
                <a:srgbClr val="000000"/>
              </a:buClr>
              <a:buSzPct val="45000"/>
              <a:buFont typeface="Wingdings" charset="2"/>
              <a:buChar char=""/>
            </a:pPr>
            <a:r>
              <a:rPr b="0" lang="en-US" sz="1800" strike="noStrike" u="none">
                <a:solidFill>
                  <a:schemeClr val="dk1"/>
                </a:solidFill>
                <a:uFillTx/>
                <a:latin typeface="Calibri"/>
              </a:rPr>
              <a:t>Third Outline Level</a:t>
            </a:r>
            <a:endParaRPr b="0" lang="en-US" sz="1800" strike="noStrike" u="none">
              <a:solidFill>
                <a:schemeClr val="dk1"/>
              </a:solidFill>
              <a:uFillTx/>
              <a:latin typeface="Calibri"/>
            </a:endParaRPr>
          </a:p>
          <a:p>
            <a:pPr lvl="3" marL="1728000" indent="-216000">
              <a:lnSpc>
                <a:spcPct val="90000"/>
              </a:lnSpc>
              <a:spcBef>
                <a:spcPts val="567"/>
              </a:spcBef>
              <a:buClr>
                <a:srgbClr val="000000"/>
              </a:buClr>
              <a:buSzPct val="75000"/>
              <a:buFont typeface="Symbol" charset="2"/>
              <a:buChar char=""/>
            </a:pPr>
            <a:r>
              <a:rPr b="0" lang="en-US" sz="1800" strike="noStrike" u="none">
                <a:solidFill>
                  <a:schemeClr val="dk1"/>
                </a:solidFill>
                <a:uFillTx/>
                <a:latin typeface="Calibri"/>
              </a:rPr>
              <a:t>Fourth Outline Level</a:t>
            </a:r>
            <a:endParaRPr b="0" lang="en-US" sz="1800" strike="noStrike" u="none">
              <a:solidFill>
                <a:schemeClr val="dk1"/>
              </a:solidFill>
              <a:uFillTx/>
              <a:latin typeface="Calibri"/>
            </a:endParaRPr>
          </a:p>
          <a:p>
            <a:pPr lvl="4" marL="2160000" indent="-216000">
              <a:lnSpc>
                <a:spcPct val="90000"/>
              </a:lnSpc>
              <a:spcBef>
                <a:spcPts val="283"/>
              </a:spcBef>
              <a:buClr>
                <a:srgbClr val="000000"/>
              </a:buClr>
              <a:buSzPct val="45000"/>
              <a:buFont typeface="Wingdings" charset="2"/>
              <a:buChar char=""/>
            </a:pPr>
            <a:r>
              <a:rPr b="0" lang="en-US" sz="2000" strike="noStrike" u="none">
                <a:solidFill>
                  <a:schemeClr val="dk1"/>
                </a:solidFill>
                <a:uFillTx/>
                <a:latin typeface="Calibri"/>
              </a:rPr>
              <a:t>Fifth Outline Level</a:t>
            </a:r>
            <a:endParaRPr b="0" lang="en-US" sz="2000" strike="noStrike" u="none">
              <a:solidFill>
                <a:schemeClr val="dk1"/>
              </a:solidFill>
              <a:uFillTx/>
              <a:latin typeface="Calibri"/>
            </a:endParaRPr>
          </a:p>
          <a:p>
            <a:pPr lvl="5" marL="2592000" indent="-216000">
              <a:lnSpc>
                <a:spcPct val="90000"/>
              </a:lnSpc>
              <a:spcBef>
                <a:spcPts val="283"/>
              </a:spcBef>
              <a:buClr>
                <a:srgbClr val="000000"/>
              </a:buClr>
              <a:buSzPct val="45000"/>
              <a:buFont typeface="Wingdings" charset="2"/>
              <a:buChar char=""/>
            </a:pPr>
            <a:r>
              <a:rPr b="0" lang="en-US" sz="2000" strike="noStrike" u="none">
                <a:solidFill>
                  <a:schemeClr val="dk1"/>
                </a:solidFill>
                <a:uFillTx/>
                <a:latin typeface="Calibri"/>
              </a:rPr>
              <a:t>Sixth Outline Level</a:t>
            </a:r>
            <a:endParaRPr b="0" lang="en-US" sz="2000" strike="noStrike" u="none">
              <a:solidFill>
                <a:schemeClr val="dk1"/>
              </a:solidFill>
              <a:uFillTx/>
              <a:latin typeface="Calibri"/>
            </a:endParaRPr>
          </a:p>
          <a:p>
            <a:pPr lvl="6" marL="3024000" indent="-216000">
              <a:lnSpc>
                <a:spcPct val="90000"/>
              </a:lnSpc>
              <a:spcBef>
                <a:spcPts val="283"/>
              </a:spcBef>
              <a:buClr>
                <a:srgbClr val="000000"/>
              </a:buClr>
              <a:buSzPct val="45000"/>
              <a:buFont typeface="Wingdings" charset="2"/>
              <a:buChar char=""/>
            </a:pPr>
            <a:r>
              <a:rPr b="0" lang="en-US" sz="2000" strike="noStrike" u="none">
                <a:solidFill>
                  <a:schemeClr val="dk1"/>
                </a:solidFill>
                <a:uFillTx/>
                <a:latin typeface="Calibri"/>
              </a:rPr>
              <a:t>Seventh Outline Level</a:t>
            </a:r>
            <a:endParaRPr b="0" lang="en-US" sz="2000" strike="noStrike" u="none">
              <a:solidFill>
                <a:schemeClr val="dk1"/>
              </a:solidFill>
              <a:uFillTx/>
              <a:latin typeface="Calibri"/>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body"/>
          </p:nvPr>
        </p:nvSpPr>
        <p:spPr>
          <a:xfrm>
            <a:off x="838080" y="365040"/>
            <a:ext cx="7733880" cy="5811480"/>
          </a:xfrm>
          <a:prstGeom prst="rect">
            <a:avLst/>
          </a:prstGeom>
          <a:noFill/>
          <a:ln w="0">
            <a:noFill/>
          </a:ln>
        </p:spPr>
        <p:txBody>
          <a:bodyPr lIns="45000" rIns="45000" tIns="90000" bIns="90000" anchor="t" vert="eaVe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uFillTx/>
                <a:latin typeface="Calibri"/>
              </a:rPr>
              <a:t>Click to edit Master text styles</a:t>
            </a:r>
            <a:endParaRPr b="0" lang="en-US" sz="28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uFillTx/>
                <a:latin typeface="Calibri"/>
              </a:rPr>
              <a:t>Second level</a:t>
            </a:r>
            <a:endParaRPr b="0" lang="en-US" sz="24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uFillTx/>
                <a:latin typeface="Calibri"/>
              </a:rPr>
              <a:t>Third level</a:t>
            </a:r>
            <a:endParaRPr b="0" lang="en-US" sz="20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uFillTx/>
                <a:latin typeface="Calibri"/>
              </a:rPr>
              <a:t>Fourth level</a:t>
            </a:r>
            <a:endParaRPr b="0" lang="en-US" sz="18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uFillTx/>
                <a:latin typeface="Calibri"/>
              </a:rPr>
              <a:t>Fifth level</a:t>
            </a:r>
            <a:endParaRPr b="0" lang="en-US" sz="1800" strike="noStrike" u="none">
              <a:solidFill>
                <a:schemeClr val="dk1"/>
              </a:solidFill>
              <a:uFillTx/>
              <a:latin typeface="Calibri"/>
            </a:endParaRPr>
          </a:p>
        </p:txBody>
      </p:sp>
      <p:sp>
        <p:nvSpPr>
          <p:cNvPr id="17" name="PlaceHolder 2"/>
          <p:cNvSpPr>
            <a:spLocks noGrp="1"/>
          </p:cNvSpPr>
          <p:nvPr>
            <p:ph type="ftr" idx="9"/>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pl-PL" sz="1400" strike="noStrike" u="none">
                <a:solidFill>
                  <a:srgbClr val="000000"/>
                </a:solidFill>
                <a:uFillTx/>
                <a:latin typeface="Times New Roman"/>
              </a:defRPr>
            </a:lvl1pPr>
          </a:lstStyle>
          <a:p>
            <a:pPr indent="0" algn="ctr">
              <a:buNone/>
            </a:pPr>
            <a:r>
              <a:rPr b="0" lang="pl-PL" sz="1400" strike="noStrike" u="none">
                <a:solidFill>
                  <a:srgbClr val="000000"/>
                </a:solidFill>
                <a:uFillTx/>
                <a:latin typeface="Times New Roman"/>
              </a:rPr>
              <a:t> </a:t>
            </a:r>
            <a:endParaRPr b="0" lang="pl-PL" sz="1400" strike="noStrike" u="none">
              <a:solidFill>
                <a:srgbClr val="000000"/>
              </a:solidFill>
              <a:uFillTx/>
              <a:latin typeface="Times New Roman"/>
            </a:endParaRPr>
          </a:p>
        </p:txBody>
      </p:sp>
      <p:sp>
        <p:nvSpPr>
          <p:cNvPr id="18" name="PlaceHolder 3"/>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uFillTx/>
                <a:latin typeface="Calibri"/>
              </a:rPr>
              <a:t>Click to edit the title text format</a:t>
            </a:r>
            <a:endParaRPr b="0" lang="en-US" sz="1800" strike="noStrike" u="none">
              <a:solidFill>
                <a:schemeClr val="dk1"/>
              </a:solidFill>
              <a:uFillTx/>
              <a:latin typeface="Calibri"/>
            </a:endParaRPr>
          </a:p>
        </p:txBody>
      </p:sp>
    </p:spTree>
  </p:cSld>
  <p:clrMap bg1="lt1" tx1="dk1" bg2="lt2" tx2="dk2" accent1="accent1" accent2="accent2" accent3="accent3" accent4="accent4" accent5="accent5" accent6="accent6" hlink="hlink" folHlink="folHlink"/>
  <p:sldLayoutIdLst>
    <p:sldLayoutId id="2147483657" r:id="rId2"/>
    <p:sldLayoutId id="2147483658" r:id="rId3"/>
    <p:sldLayoutId id="2147483659" r:id="rId4"/>
    <p:sldLayoutId id="2147483660" r:id="rId5"/>
    <p:sldLayoutId id="2147483661" r:id="rId6"/>
    <p:sldLayoutId id="2147483662" r:id="rId7"/>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5240" cy="1325160"/>
          </a:xfrm>
          <a:prstGeom prst="rect">
            <a:avLst/>
          </a:prstGeom>
          <a:noFill/>
          <a:ln w="0">
            <a:noFill/>
          </a:ln>
        </p:spPr>
        <p:txBody>
          <a:bodyPr lIns="90000" rIns="90000" tIns="45000" bIns="45000" anchor="t">
            <a:noAutofit/>
          </a:bodyPr>
          <a:p>
            <a:pPr indent="0" defTabSz="914400">
              <a:lnSpc>
                <a:spcPct val="90000"/>
              </a:lnSpc>
              <a:buNone/>
            </a:pPr>
            <a:r>
              <a:rPr b="0" lang="en-US" sz="4400" strike="noStrike" u="none">
                <a:solidFill>
                  <a:schemeClr val="dk1"/>
                </a:solidFill>
                <a:uFillTx/>
                <a:latin typeface="Calibri Light"/>
              </a:rPr>
              <a:t>Click to edit Master title style</a:t>
            </a:r>
            <a:endParaRPr b="0" lang="en-US" sz="4400" strike="noStrike" u="none">
              <a:solidFill>
                <a:schemeClr val="dk1"/>
              </a:solidFill>
              <a:uFillTx/>
              <a:latin typeface="Calibri"/>
            </a:endParaRPr>
          </a:p>
        </p:txBody>
      </p:sp>
      <p:sp>
        <p:nvSpPr>
          <p:cNvPr id="26" name="PlaceHolder 2"/>
          <p:cNvSpPr>
            <a:spLocks noGrp="1"/>
          </p:cNvSpPr>
          <p:nvPr>
            <p:ph type="body"/>
          </p:nvPr>
        </p:nvSpPr>
        <p:spPr>
          <a:xfrm>
            <a:off x="838080" y="1825560"/>
            <a:ext cx="10515240" cy="4350960"/>
          </a:xfrm>
          <a:prstGeom prst="rect">
            <a:avLst/>
          </a:prstGeom>
          <a:noFill/>
          <a:ln w="0">
            <a:noFill/>
          </a:ln>
        </p:spPr>
        <p:txBody>
          <a:bodyPr lIns="90000" rIns="90000" tIns="45000" bIns="4500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uFillTx/>
                <a:latin typeface="Calibri"/>
              </a:rPr>
              <a:t>Click to edit Master text styles</a:t>
            </a:r>
            <a:endParaRPr b="0" lang="en-US" sz="28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uFillTx/>
                <a:latin typeface="Calibri"/>
              </a:rPr>
              <a:t>Second level</a:t>
            </a:r>
            <a:endParaRPr b="0" lang="en-US" sz="24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uFillTx/>
                <a:latin typeface="Calibri"/>
              </a:rPr>
              <a:t>Third level</a:t>
            </a:r>
            <a:endParaRPr b="0" lang="en-US" sz="20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uFillTx/>
                <a:latin typeface="Calibri"/>
              </a:rPr>
              <a:t>Fourth level</a:t>
            </a:r>
            <a:endParaRPr b="0" lang="en-US" sz="18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uFillTx/>
                <a:latin typeface="Calibri"/>
              </a:rPr>
              <a:t>Fifth level</a:t>
            </a:r>
            <a:endParaRPr b="0" lang="en-US" sz="1800" strike="noStrike" u="none">
              <a:solidFill>
                <a:schemeClr val="dk1"/>
              </a:solidFill>
              <a:uFillTx/>
              <a:latin typeface="Calibri"/>
            </a:endParaRPr>
          </a:p>
        </p:txBody>
      </p:sp>
      <p:sp>
        <p:nvSpPr>
          <p:cNvPr id="27" name="PlaceHolder 3"/>
          <p:cNvSpPr>
            <a:spLocks noGrp="1"/>
          </p:cNvSpPr>
          <p:nvPr>
            <p:ph type="dt" idx="10"/>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Calibri"/>
              </a:defRPr>
            </a:lvl1pPr>
          </a:lstStyle>
          <a:p>
            <a:pPr indent="0" defTabSz="914400">
              <a:lnSpc>
                <a:spcPct val="100000"/>
              </a:lnSpc>
              <a:buNone/>
            </a:pPr>
            <a:r>
              <a:rPr b="0" lang="en-US" sz="1800" strike="noStrike" u="none">
                <a:solidFill>
                  <a:schemeClr val="dk1"/>
                </a:solidFill>
                <a:uFillTx/>
                <a:latin typeface="Calibri"/>
              </a:rPr>
              <a:t> </a:t>
            </a:r>
            <a:endParaRPr b="0" lang="pl-PL" sz="1800" strike="noStrike" u="none">
              <a:solidFill>
                <a:srgbClr val="000000"/>
              </a:solidFill>
              <a:uFillTx/>
              <a:latin typeface="Times New Roman"/>
            </a:endParaRPr>
          </a:p>
        </p:txBody>
      </p:sp>
      <p:sp>
        <p:nvSpPr>
          <p:cNvPr id="28" name="PlaceHolder 4"/>
          <p:cNvSpPr>
            <a:spLocks noGrp="1"/>
          </p:cNvSpPr>
          <p:nvPr>
            <p:ph type="ftr" idx="11"/>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pl-PL" sz="1400" strike="noStrike" u="none">
                <a:solidFill>
                  <a:srgbClr val="000000"/>
                </a:solidFill>
                <a:uFillTx/>
                <a:latin typeface="Times New Roman"/>
              </a:defRPr>
            </a:lvl1pPr>
          </a:lstStyle>
          <a:p>
            <a:pPr indent="0" algn="ctr">
              <a:buNone/>
            </a:pPr>
            <a:r>
              <a:rPr b="0" lang="pl-PL" sz="1400" strike="noStrike" u="none">
                <a:solidFill>
                  <a:srgbClr val="000000"/>
                </a:solidFill>
                <a:uFillTx/>
                <a:latin typeface="Times New Roman"/>
              </a:rPr>
              <a:t> </a:t>
            </a:r>
            <a:endParaRPr b="0" lang="pl-PL" sz="1400" strike="noStrike" u="none">
              <a:solidFill>
                <a:srgbClr val="000000"/>
              </a:solidFill>
              <a:uFillTx/>
              <a:latin typeface="Times New Roman"/>
            </a:endParaRPr>
          </a:p>
        </p:txBody>
      </p:sp>
      <p:sp>
        <p:nvSpPr>
          <p:cNvPr id="29" name="PlaceHolder 5"/>
          <p:cNvSpPr>
            <a:spLocks noGrp="1"/>
          </p:cNvSpPr>
          <p:nvPr>
            <p:ph type="sldNum" idx="12"/>
          </p:nvPr>
        </p:nvSpPr>
        <p:spPr>
          <a:xfrm>
            <a:off x="8714880" y="6025680"/>
            <a:ext cx="2742840" cy="401400"/>
          </a:xfrm>
          <a:prstGeom prst="rect">
            <a:avLst/>
          </a:prstGeom>
          <a:noFill/>
          <a:ln w="0">
            <a:noFill/>
          </a:ln>
        </p:spPr>
        <p:txBody>
          <a:bodyPr lIns="91440" rIns="91440" tIns="45720" bIns="45720" anchor="ctr">
            <a:noAutofit/>
          </a:bodyPr>
          <a:lstStyle>
            <a:lvl1pPr indent="0" algn="r" defTabSz="914400">
              <a:lnSpc>
                <a:spcPct val="100000"/>
              </a:lnSpc>
              <a:buNone/>
              <a:defRPr b="0" lang="en-US" sz="1600" strike="noStrike" u="none">
                <a:solidFill>
                  <a:srgbClr val="1c7ddb"/>
                </a:solidFill>
                <a:uFillTx/>
                <a:latin typeface="Abadi"/>
              </a:defRPr>
            </a:lvl1pPr>
          </a:lstStyle>
          <a:p>
            <a:pPr indent="0" algn="r" defTabSz="914400">
              <a:lnSpc>
                <a:spcPct val="100000"/>
              </a:lnSpc>
              <a:buNone/>
            </a:pPr>
            <a:fld id="{5A5F90BF-9B96-4868-ADAB-DB7C4CFEB9A9}" type="slidenum">
              <a:rPr b="0" lang="en-US" sz="1600" strike="noStrike" u="none">
                <a:solidFill>
                  <a:srgbClr val="1c7ddb"/>
                </a:solidFill>
                <a:uFillTx/>
                <a:latin typeface="Abadi"/>
              </a:rPr>
              <a:t>1</a:t>
            </a:fld>
            <a:endParaRPr b="0" lang="pl-PL" sz="16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4"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1960" y="1709640"/>
            <a:ext cx="10515240" cy="2852280"/>
          </a:xfrm>
          <a:prstGeom prst="rect">
            <a:avLst/>
          </a:prstGeom>
          <a:noFill/>
          <a:ln w="0">
            <a:noFill/>
          </a:ln>
        </p:spPr>
        <p:txBody>
          <a:bodyPr lIns="90000" rIns="90000" tIns="45000" bIns="45000" anchor="b">
            <a:noAutofit/>
          </a:bodyPr>
          <a:p>
            <a:pPr indent="0" defTabSz="914400">
              <a:lnSpc>
                <a:spcPct val="90000"/>
              </a:lnSpc>
              <a:buNone/>
            </a:pPr>
            <a:r>
              <a:rPr b="0" lang="en-US" sz="6000" strike="noStrike" u="none">
                <a:solidFill>
                  <a:schemeClr val="dk1"/>
                </a:solidFill>
                <a:uFillTx/>
                <a:latin typeface="Calibri Light"/>
              </a:rPr>
              <a:t>Click to edit Master title style</a:t>
            </a:r>
            <a:endParaRPr b="0" lang="en-US" sz="6000" strike="noStrike" u="none">
              <a:solidFill>
                <a:schemeClr val="dk1"/>
              </a:solidFill>
              <a:uFillTx/>
              <a:latin typeface="Calibri"/>
            </a:endParaRPr>
          </a:p>
        </p:txBody>
      </p:sp>
      <p:sp>
        <p:nvSpPr>
          <p:cNvPr id="33" name="PlaceHolder 2"/>
          <p:cNvSpPr>
            <a:spLocks noGrp="1"/>
          </p:cNvSpPr>
          <p:nvPr>
            <p:ph type="body"/>
          </p:nvPr>
        </p:nvSpPr>
        <p:spPr>
          <a:xfrm>
            <a:off x="831960" y="4589640"/>
            <a:ext cx="10515240" cy="1499760"/>
          </a:xfrm>
          <a:prstGeom prst="rect">
            <a:avLst/>
          </a:prstGeom>
          <a:noFill/>
          <a:ln w="0">
            <a:noFill/>
          </a:ln>
        </p:spPr>
        <p:txBody>
          <a:bodyPr lIns="90000" rIns="90000" tIns="45000" bIns="45000" anchor="t">
            <a:noAutofit/>
          </a:bodyPr>
          <a:p>
            <a:pPr indent="0" defTabSz="914400">
              <a:lnSpc>
                <a:spcPct val="90000"/>
              </a:lnSpc>
              <a:spcBef>
                <a:spcPts val="1001"/>
              </a:spcBef>
              <a:buNone/>
              <a:tabLst>
                <a:tab algn="l" pos="0"/>
              </a:tabLst>
            </a:pPr>
            <a:r>
              <a:rPr b="0" lang="en-US" sz="2400" strike="noStrike" u="none">
                <a:solidFill>
                  <a:schemeClr val="dk1">
                    <a:tint val="75000"/>
                  </a:schemeClr>
                </a:solidFill>
                <a:uFillTx/>
                <a:latin typeface="Calibri"/>
              </a:rPr>
              <a:t>Click to edit Master text styles</a:t>
            </a:r>
            <a:endParaRPr b="0" lang="en-US" sz="2400" strike="noStrike" u="none">
              <a:solidFill>
                <a:schemeClr val="dk1"/>
              </a:solidFill>
              <a:uFillTx/>
              <a:latin typeface="Calibri"/>
            </a:endParaRPr>
          </a:p>
        </p:txBody>
      </p:sp>
      <p:sp>
        <p:nvSpPr>
          <p:cNvPr id="34" name="PlaceHolder 3"/>
          <p:cNvSpPr>
            <a:spLocks noGrp="1"/>
          </p:cNvSpPr>
          <p:nvPr>
            <p:ph type="dt" idx="13"/>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Calibri"/>
              </a:defRPr>
            </a:lvl1pPr>
          </a:lstStyle>
          <a:p>
            <a:pPr indent="0" defTabSz="914400">
              <a:lnSpc>
                <a:spcPct val="100000"/>
              </a:lnSpc>
              <a:buNone/>
            </a:pPr>
            <a:r>
              <a:rPr b="0" lang="en-US" sz="1800" strike="noStrike" u="none">
                <a:solidFill>
                  <a:schemeClr val="dk1"/>
                </a:solidFill>
                <a:uFillTx/>
                <a:latin typeface="Calibri"/>
              </a:rPr>
              <a:t> </a:t>
            </a:r>
            <a:endParaRPr b="0" lang="pl-PL" sz="1800" strike="noStrike" u="none">
              <a:solidFill>
                <a:srgbClr val="000000"/>
              </a:solidFill>
              <a:uFillTx/>
              <a:latin typeface="Times New Roman"/>
            </a:endParaRPr>
          </a:p>
        </p:txBody>
      </p:sp>
      <p:sp>
        <p:nvSpPr>
          <p:cNvPr id="35" name="PlaceHolder 4"/>
          <p:cNvSpPr>
            <a:spLocks noGrp="1"/>
          </p:cNvSpPr>
          <p:nvPr>
            <p:ph type="ftr" idx="14"/>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pl-PL" sz="1400" strike="noStrike" u="none">
                <a:solidFill>
                  <a:srgbClr val="000000"/>
                </a:solidFill>
                <a:uFillTx/>
                <a:latin typeface="Times New Roman"/>
              </a:defRPr>
            </a:lvl1pPr>
          </a:lstStyle>
          <a:p>
            <a:pPr indent="0" algn="ctr">
              <a:buNone/>
            </a:pPr>
            <a:r>
              <a:rPr b="0" lang="pl-PL" sz="1400" strike="noStrike" u="none">
                <a:solidFill>
                  <a:srgbClr val="000000"/>
                </a:solidFill>
                <a:uFillTx/>
                <a:latin typeface="Times New Roman"/>
              </a:rPr>
              <a:t> </a:t>
            </a:r>
            <a:endParaRPr b="0" lang="pl-PL" sz="1400" strike="noStrike" u="none">
              <a:solidFill>
                <a:srgbClr val="000000"/>
              </a:solidFill>
              <a:uFillTx/>
              <a:latin typeface="Times New Roman"/>
            </a:endParaRPr>
          </a:p>
        </p:txBody>
      </p:sp>
      <p:sp>
        <p:nvSpPr>
          <p:cNvPr id="36" name="PlaceHolder 5"/>
          <p:cNvSpPr>
            <a:spLocks noGrp="1"/>
          </p:cNvSpPr>
          <p:nvPr>
            <p:ph type="sldNum" idx="15"/>
          </p:nvPr>
        </p:nvSpPr>
        <p:spPr>
          <a:xfrm>
            <a:off x="8714880" y="6025680"/>
            <a:ext cx="2742840" cy="401400"/>
          </a:xfrm>
          <a:prstGeom prst="rect">
            <a:avLst/>
          </a:prstGeom>
          <a:noFill/>
          <a:ln w="0">
            <a:noFill/>
          </a:ln>
        </p:spPr>
        <p:txBody>
          <a:bodyPr lIns="91440" rIns="91440" tIns="45720" bIns="45720" anchor="ctr">
            <a:noAutofit/>
          </a:bodyPr>
          <a:lstStyle>
            <a:lvl1pPr indent="0" algn="r" defTabSz="914400">
              <a:lnSpc>
                <a:spcPct val="100000"/>
              </a:lnSpc>
              <a:buNone/>
              <a:defRPr b="0" lang="en-US" sz="1600" strike="noStrike" u="none">
                <a:solidFill>
                  <a:srgbClr val="1c7ddb"/>
                </a:solidFill>
                <a:uFillTx/>
                <a:latin typeface="Abadi"/>
              </a:defRPr>
            </a:lvl1pPr>
          </a:lstStyle>
          <a:p>
            <a:pPr indent="0" algn="r" defTabSz="914400">
              <a:lnSpc>
                <a:spcPct val="100000"/>
              </a:lnSpc>
              <a:buNone/>
            </a:pPr>
            <a:fld id="{A9D8B93A-1F6B-403D-8A04-E6C7C31E567D}" type="slidenum">
              <a:rPr b="0" lang="en-US" sz="1600" strike="noStrike" u="none">
                <a:solidFill>
                  <a:srgbClr val="1c7ddb"/>
                </a:solidFill>
                <a:uFillTx/>
                <a:latin typeface="Abadi"/>
              </a:rPr>
              <a:t>1</a:t>
            </a:fld>
            <a:endParaRPr b="0" lang="pl-PL" sz="16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6"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838080" y="365040"/>
            <a:ext cx="10515240" cy="1325160"/>
          </a:xfrm>
          <a:prstGeom prst="rect">
            <a:avLst/>
          </a:prstGeom>
          <a:noFill/>
          <a:ln w="0">
            <a:noFill/>
          </a:ln>
        </p:spPr>
        <p:txBody>
          <a:bodyPr lIns="90000" rIns="90000" tIns="45000" bIns="45000" anchor="t">
            <a:noAutofit/>
          </a:bodyPr>
          <a:p>
            <a:pPr indent="0" defTabSz="914400">
              <a:lnSpc>
                <a:spcPct val="90000"/>
              </a:lnSpc>
              <a:buNone/>
            </a:pPr>
            <a:r>
              <a:rPr b="0" lang="en-US" sz="4400" strike="noStrike" u="none">
                <a:solidFill>
                  <a:schemeClr val="dk1"/>
                </a:solidFill>
                <a:uFillTx/>
                <a:latin typeface="Calibri Light"/>
              </a:rPr>
              <a:t>Click to edit Master title style</a:t>
            </a:r>
            <a:endParaRPr b="0" lang="en-US" sz="4400" strike="noStrike" u="none">
              <a:solidFill>
                <a:schemeClr val="dk1"/>
              </a:solidFill>
              <a:uFillTx/>
              <a:latin typeface="Calibri"/>
            </a:endParaRPr>
          </a:p>
        </p:txBody>
      </p:sp>
      <p:sp>
        <p:nvSpPr>
          <p:cNvPr id="38" name="PlaceHolder 2"/>
          <p:cNvSpPr>
            <a:spLocks noGrp="1"/>
          </p:cNvSpPr>
          <p:nvPr>
            <p:ph type="body"/>
          </p:nvPr>
        </p:nvSpPr>
        <p:spPr>
          <a:xfrm>
            <a:off x="838080" y="1825560"/>
            <a:ext cx="5181120" cy="4350960"/>
          </a:xfrm>
          <a:prstGeom prst="rect">
            <a:avLst/>
          </a:prstGeom>
          <a:noFill/>
          <a:ln w="0">
            <a:noFill/>
          </a:ln>
        </p:spPr>
        <p:txBody>
          <a:bodyPr lIns="90000" rIns="90000" tIns="45000" bIns="4500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uFillTx/>
                <a:latin typeface="Calibri"/>
              </a:rPr>
              <a:t>Click to edit Master text styles</a:t>
            </a:r>
            <a:endParaRPr b="0" lang="en-US" sz="28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uFillTx/>
                <a:latin typeface="Calibri"/>
              </a:rPr>
              <a:t>Second level</a:t>
            </a:r>
            <a:endParaRPr b="0" lang="en-US" sz="24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uFillTx/>
                <a:latin typeface="Calibri"/>
              </a:rPr>
              <a:t>Third level</a:t>
            </a:r>
            <a:endParaRPr b="0" lang="en-US" sz="20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uFillTx/>
                <a:latin typeface="Calibri"/>
              </a:rPr>
              <a:t>Fourth level</a:t>
            </a:r>
            <a:endParaRPr b="0" lang="en-US" sz="18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uFillTx/>
                <a:latin typeface="Calibri"/>
              </a:rPr>
              <a:t>Fifth level</a:t>
            </a:r>
            <a:endParaRPr b="0" lang="en-US" sz="1800" strike="noStrike" u="none">
              <a:solidFill>
                <a:schemeClr val="dk1"/>
              </a:solidFill>
              <a:uFillTx/>
              <a:latin typeface="Calibri"/>
            </a:endParaRPr>
          </a:p>
        </p:txBody>
      </p:sp>
      <p:sp>
        <p:nvSpPr>
          <p:cNvPr id="39" name="PlaceHolder 3"/>
          <p:cNvSpPr>
            <a:spLocks noGrp="1"/>
          </p:cNvSpPr>
          <p:nvPr>
            <p:ph type="body"/>
          </p:nvPr>
        </p:nvSpPr>
        <p:spPr>
          <a:xfrm>
            <a:off x="6172200" y="1825560"/>
            <a:ext cx="5181120" cy="4350960"/>
          </a:xfrm>
          <a:prstGeom prst="rect">
            <a:avLst/>
          </a:prstGeom>
          <a:noFill/>
          <a:ln w="0">
            <a:noFill/>
          </a:ln>
        </p:spPr>
        <p:txBody>
          <a:bodyPr lIns="90000" rIns="90000" tIns="45000" bIns="4500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uFillTx/>
                <a:latin typeface="Calibri"/>
              </a:rPr>
              <a:t>Click to edit Master text styles</a:t>
            </a:r>
            <a:endParaRPr b="0" lang="en-US" sz="28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uFillTx/>
                <a:latin typeface="Calibri"/>
              </a:rPr>
              <a:t>Second level</a:t>
            </a:r>
            <a:endParaRPr b="0" lang="en-US" sz="24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uFillTx/>
                <a:latin typeface="Calibri"/>
              </a:rPr>
              <a:t>Third level</a:t>
            </a:r>
            <a:endParaRPr b="0" lang="en-US" sz="20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uFillTx/>
                <a:latin typeface="Calibri"/>
              </a:rPr>
              <a:t>Fourth level</a:t>
            </a:r>
            <a:endParaRPr b="0" lang="en-US" sz="18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uFillTx/>
                <a:latin typeface="Calibri"/>
              </a:rPr>
              <a:t>Fifth level</a:t>
            </a:r>
            <a:endParaRPr b="0" lang="en-US" sz="1800" strike="noStrike" u="none">
              <a:solidFill>
                <a:schemeClr val="dk1"/>
              </a:solidFill>
              <a:uFillTx/>
              <a:latin typeface="Calibri"/>
            </a:endParaRPr>
          </a:p>
        </p:txBody>
      </p:sp>
      <p:sp>
        <p:nvSpPr>
          <p:cNvPr id="40" name="PlaceHolder 4"/>
          <p:cNvSpPr>
            <a:spLocks noGrp="1"/>
          </p:cNvSpPr>
          <p:nvPr>
            <p:ph type="dt" idx="16"/>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Calibri"/>
              </a:defRPr>
            </a:lvl1pPr>
          </a:lstStyle>
          <a:p>
            <a:pPr indent="0" defTabSz="914400">
              <a:lnSpc>
                <a:spcPct val="100000"/>
              </a:lnSpc>
              <a:buNone/>
            </a:pPr>
            <a:r>
              <a:rPr b="0" lang="en-US" sz="1800" strike="noStrike" u="none">
                <a:solidFill>
                  <a:schemeClr val="dk1"/>
                </a:solidFill>
                <a:uFillTx/>
                <a:latin typeface="Calibri"/>
              </a:rPr>
              <a:t> </a:t>
            </a:r>
            <a:endParaRPr b="0" lang="pl-PL" sz="1800" strike="noStrike" u="none">
              <a:solidFill>
                <a:srgbClr val="000000"/>
              </a:solidFill>
              <a:uFillTx/>
              <a:latin typeface="Times New Roman"/>
            </a:endParaRPr>
          </a:p>
        </p:txBody>
      </p:sp>
      <p:sp>
        <p:nvSpPr>
          <p:cNvPr id="41" name="PlaceHolder 5"/>
          <p:cNvSpPr>
            <a:spLocks noGrp="1"/>
          </p:cNvSpPr>
          <p:nvPr>
            <p:ph type="ftr" idx="17"/>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pl-PL" sz="1400" strike="noStrike" u="none">
                <a:solidFill>
                  <a:srgbClr val="000000"/>
                </a:solidFill>
                <a:uFillTx/>
                <a:latin typeface="Times New Roman"/>
              </a:defRPr>
            </a:lvl1pPr>
          </a:lstStyle>
          <a:p>
            <a:pPr indent="0" algn="ctr">
              <a:buNone/>
            </a:pPr>
            <a:r>
              <a:rPr b="0" lang="pl-PL" sz="1400" strike="noStrike" u="none">
                <a:solidFill>
                  <a:srgbClr val="000000"/>
                </a:solidFill>
                <a:uFillTx/>
                <a:latin typeface="Times New Roman"/>
              </a:rPr>
              <a:t> </a:t>
            </a:r>
            <a:endParaRPr b="0" lang="pl-PL" sz="1400" strike="noStrike" u="none">
              <a:solidFill>
                <a:srgbClr val="000000"/>
              </a:solidFill>
              <a:uFillTx/>
              <a:latin typeface="Times New Roman"/>
            </a:endParaRPr>
          </a:p>
        </p:txBody>
      </p:sp>
      <p:sp>
        <p:nvSpPr>
          <p:cNvPr id="42" name="PlaceHolder 6"/>
          <p:cNvSpPr>
            <a:spLocks noGrp="1"/>
          </p:cNvSpPr>
          <p:nvPr>
            <p:ph type="sldNum" idx="18"/>
          </p:nvPr>
        </p:nvSpPr>
        <p:spPr>
          <a:xfrm>
            <a:off x="8714880" y="6025680"/>
            <a:ext cx="2742840" cy="401400"/>
          </a:xfrm>
          <a:prstGeom prst="rect">
            <a:avLst/>
          </a:prstGeom>
          <a:noFill/>
          <a:ln w="0">
            <a:noFill/>
          </a:ln>
        </p:spPr>
        <p:txBody>
          <a:bodyPr lIns="91440" rIns="91440" tIns="45720" bIns="45720" anchor="ctr">
            <a:noAutofit/>
          </a:bodyPr>
          <a:lstStyle>
            <a:lvl1pPr indent="0" algn="r" defTabSz="914400">
              <a:lnSpc>
                <a:spcPct val="100000"/>
              </a:lnSpc>
              <a:buNone/>
              <a:defRPr b="0" lang="en-US" sz="1600" strike="noStrike" u="none">
                <a:solidFill>
                  <a:srgbClr val="1c7ddb"/>
                </a:solidFill>
                <a:uFillTx/>
                <a:latin typeface="Abadi"/>
              </a:defRPr>
            </a:lvl1pPr>
          </a:lstStyle>
          <a:p>
            <a:pPr indent="0" algn="r" defTabSz="914400">
              <a:lnSpc>
                <a:spcPct val="100000"/>
              </a:lnSpc>
              <a:buNone/>
            </a:pPr>
            <a:fld id="{E935EF9C-F6C5-4D9E-A66D-0CB9ECF92CE8}" type="slidenum">
              <a:rPr b="0" lang="en-US" sz="1600" strike="noStrike" u="none">
                <a:solidFill>
                  <a:srgbClr val="1c7ddb"/>
                </a:solidFill>
                <a:uFillTx/>
                <a:latin typeface="Abadi"/>
              </a:rPr>
              <a:t>1</a:t>
            </a:fld>
            <a:endParaRPr b="0" lang="pl-PL" sz="16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8"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9880" y="365040"/>
            <a:ext cx="10515240" cy="1325160"/>
          </a:xfrm>
          <a:prstGeom prst="rect">
            <a:avLst/>
          </a:prstGeom>
          <a:noFill/>
          <a:ln w="0">
            <a:noFill/>
          </a:ln>
        </p:spPr>
        <p:txBody>
          <a:bodyPr lIns="90000" rIns="90000" tIns="45000" bIns="45000" anchor="t">
            <a:noAutofit/>
          </a:bodyPr>
          <a:p>
            <a:pPr indent="0" defTabSz="914400">
              <a:lnSpc>
                <a:spcPct val="90000"/>
              </a:lnSpc>
              <a:buNone/>
            </a:pPr>
            <a:r>
              <a:rPr b="0" lang="en-US" sz="4400" strike="noStrike" u="none">
                <a:solidFill>
                  <a:schemeClr val="dk1"/>
                </a:solidFill>
                <a:uFillTx/>
                <a:latin typeface="Calibri Light"/>
              </a:rPr>
              <a:t>Click to edit Master title style</a:t>
            </a:r>
            <a:endParaRPr b="0" lang="en-US" sz="4400" strike="noStrike" u="none">
              <a:solidFill>
                <a:schemeClr val="dk1"/>
              </a:solidFill>
              <a:uFillTx/>
              <a:latin typeface="Calibri"/>
            </a:endParaRPr>
          </a:p>
        </p:txBody>
      </p:sp>
      <p:sp>
        <p:nvSpPr>
          <p:cNvPr id="47" name="PlaceHolder 2"/>
          <p:cNvSpPr>
            <a:spLocks noGrp="1"/>
          </p:cNvSpPr>
          <p:nvPr>
            <p:ph type="body"/>
          </p:nvPr>
        </p:nvSpPr>
        <p:spPr>
          <a:xfrm>
            <a:off x="839880" y="1681200"/>
            <a:ext cx="5157360" cy="823680"/>
          </a:xfrm>
          <a:prstGeom prst="rect">
            <a:avLst/>
          </a:prstGeom>
          <a:noFill/>
          <a:ln w="0">
            <a:noFill/>
          </a:ln>
        </p:spPr>
        <p:txBody>
          <a:bodyPr lIns="90000" rIns="90000" tIns="45000" bIns="45000" anchor="b">
            <a:noAutofit/>
          </a:bodyPr>
          <a:p>
            <a:pPr indent="0" defTabSz="914400">
              <a:lnSpc>
                <a:spcPct val="90000"/>
              </a:lnSpc>
              <a:spcBef>
                <a:spcPts val="1001"/>
              </a:spcBef>
              <a:buNone/>
              <a:tabLst>
                <a:tab algn="l" pos="0"/>
              </a:tabLst>
            </a:pPr>
            <a:r>
              <a:rPr b="1" lang="en-US" sz="2400" strike="noStrike" u="none">
                <a:solidFill>
                  <a:schemeClr val="dk1"/>
                </a:solidFill>
                <a:uFillTx/>
                <a:latin typeface="Calibri"/>
              </a:rPr>
              <a:t>Click to edit Master text styles</a:t>
            </a:r>
            <a:endParaRPr b="0" lang="en-US" sz="2400" strike="noStrike" u="none">
              <a:solidFill>
                <a:schemeClr val="dk1"/>
              </a:solidFill>
              <a:uFillTx/>
              <a:latin typeface="Calibri"/>
            </a:endParaRPr>
          </a:p>
        </p:txBody>
      </p:sp>
      <p:sp>
        <p:nvSpPr>
          <p:cNvPr id="48" name="PlaceHolder 3"/>
          <p:cNvSpPr>
            <a:spLocks noGrp="1"/>
          </p:cNvSpPr>
          <p:nvPr>
            <p:ph type="body"/>
          </p:nvPr>
        </p:nvSpPr>
        <p:spPr>
          <a:xfrm>
            <a:off x="839880" y="2505240"/>
            <a:ext cx="5157360" cy="3684240"/>
          </a:xfrm>
          <a:prstGeom prst="rect">
            <a:avLst/>
          </a:prstGeom>
          <a:noFill/>
          <a:ln w="0">
            <a:noFill/>
          </a:ln>
        </p:spPr>
        <p:txBody>
          <a:bodyPr lIns="90000" rIns="90000" tIns="45000" bIns="45000" anchor="t">
            <a:noAutofit/>
          </a:bodyPr>
          <a:p>
            <a:pPr marL="228600" indent="-228600" defTabSz="914400">
              <a:lnSpc>
                <a:spcPct val="90000"/>
              </a:lnSpc>
              <a:spcBef>
                <a:spcPts val="1001"/>
              </a:spcBef>
              <a:buClr>
                <a:srgbClr val="000000"/>
              </a:buClr>
              <a:buFont typeface="Arial"/>
              <a:buChar char="•"/>
            </a:pPr>
            <a:r>
              <a:rPr b="0" lang="en-US" sz="2800" strike="noStrike" u="none">
                <a:solidFill>
                  <a:schemeClr val="dk1"/>
                </a:solidFill>
                <a:uFillTx/>
                <a:latin typeface="Calibri"/>
              </a:rPr>
              <a:t>Click to edit Master text styles</a:t>
            </a:r>
            <a:endParaRPr b="0" lang="en-US" sz="28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uFillTx/>
                <a:latin typeface="Calibri"/>
              </a:rPr>
              <a:t>Second level</a:t>
            </a:r>
            <a:endParaRPr b="0" lang="en-US" sz="24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uFillTx/>
                <a:latin typeface="Calibri"/>
              </a:rPr>
              <a:t>Third level</a:t>
            </a:r>
            <a:endParaRPr b="0" lang="en-US" sz="20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uFillTx/>
                <a:latin typeface="Calibri"/>
              </a:rPr>
              <a:t>Fourth level</a:t>
            </a:r>
            <a:endParaRPr b="0" lang="en-US" sz="18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uFillTx/>
                <a:latin typeface="Calibri"/>
              </a:rPr>
              <a:t>Fifth level</a:t>
            </a:r>
            <a:endParaRPr b="0" lang="en-US" sz="1800" strike="noStrike" u="none">
              <a:solidFill>
                <a:schemeClr val="dk1"/>
              </a:solidFill>
              <a:uFillTx/>
              <a:latin typeface="Calibri"/>
            </a:endParaRPr>
          </a:p>
        </p:txBody>
      </p:sp>
      <p:sp>
        <p:nvSpPr>
          <p:cNvPr id="49" name="PlaceHolder 4"/>
          <p:cNvSpPr>
            <a:spLocks noGrp="1"/>
          </p:cNvSpPr>
          <p:nvPr>
            <p:ph type="body"/>
          </p:nvPr>
        </p:nvSpPr>
        <p:spPr>
          <a:xfrm>
            <a:off x="6172200" y="1681200"/>
            <a:ext cx="5182920" cy="823680"/>
          </a:xfrm>
          <a:prstGeom prst="rect">
            <a:avLst/>
          </a:prstGeom>
          <a:noFill/>
          <a:ln w="0">
            <a:noFill/>
          </a:ln>
        </p:spPr>
        <p:txBody>
          <a:bodyPr lIns="90000" rIns="90000" tIns="45000" bIns="45000" anchor="b">
            <a:noAutofit/>
          </a:bodyPr>
          <a:p>
            <a:pPr indent="0" defTabSz="914400">
              <a:lnSpc>
                <a:spcPct val="90000"/>
              </a:lnSpc>
              <a:spcBef>
                <a:spcPts val="1001"/>
              </a:spcBef>
              <a:buNone/>
              <a:tabLst>
                <a:tab algn="l" pos="0"/>
              </a:tabLst>
            </a:pPr>
            <a:r>
              <a:rPr b="1" lang="en-US" sz="2400" strike="noStrike" u="none">
                <a:solidFill>
                  <a:schemeClr val="dk1"/>
                </a:solidFill>
                <a:uFillTx/>
                <a:latin typeface="Calibri"/>
              </a:rPr>
              <a:t>Click to edit Master text styles</a:t>
            </a:r>
            <a:endParaRPr b="0" lang="en-US" sz="2400" strike="noStrike" u="none">
              <a:solidFill>
                <a:schemeClr val="dk1"/>
              </a:solidFill>
              <a:uFillTx/>
              <a:latin typeface="Calibri"/>
            </a:endParaRPr>
          </a:p>
        </p:txBody>
      </p:sp>
      <p:sp>
        <p:nvSpPr>
          <p:cNvPr id="50"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ctr">
            <a:noAutofit/>
          </a:bodyPr>
          <a:p>
            <a:pPr marL="228600" indent="-228600" algn="r" defTabSz="914400">
              <a:lnSpc>
                <a:spcPct val="90000"/>
              </a:lnSpc>
              <a:spcBef>
                <a:spcPts val="1001"/>
              </a:spcBef>
              <a:buClr>
                <a:srgbClr val="1c7ddb"/>
              </a:buClr>
              <a:buFont typeface="Arial"/>
              <a:buChar char="•"/>
            </a:pPr>
            <a:r>
              <a:rPr b="0" lang="en-US" sz="1600" strike="noStrike" u="none">
                <a:solidFill>
                  <a:srgbClr val="1c7ddb"/>
                </a:solidFill>
                <a:uFillTx/>
                <a:latin typeface="Abadi"/>
              </a:rPr>
              <a:t>Click to edit Master text styles</a:t>
            </a:r>
            <a:endParaRPr b="0" lang="en-US" sz="16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en-US" sz="2400" strike="noStrike" u="none">
                <a:solidFill>
                  <a:schemeClr val="dk1"/>
                </a:solidFill>
                <a:uFillTx/>
                <a:latin typeface="Calibri"/>
              </a:rPr>
              <a:t>Second level</a:t>
            </a:r>
            <a:endParaRPr b="0" lang="en-US" sz="24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en-US" sz="2000" strike="noStrike" u="none">
                <a:solidFill>
                  <a:schemeClr val="dk1"/>
                </a:solidFill>
                <a:uFillTx/>
                <a:latin typeface="Calibri"/>
              </a:rPr>
              <a:t>Third level</a:t>
            </a:r>
            <a:endParaRPr b="0" lang="en-US" sz="20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en-US" sz="1800" strike="noStrike" u="none">
                <a:solidFill>
                  <a:schemeClr val="dk1"/>
                </a:solidFill>
                <a:uFillTx/>
                <a:latin typeface="Calibri"/>
              </a:rPr>
              <a:t>Fourth level</a:t>
            </a:r>
            <a:endParaRPr b="0" lang="en-US" sz="18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en-US" sz="1800" strike="noStrike" u="none">
                <a:solidFill>
                  <a:schemeClr val="dk1"/>
                </a:solidFill>
                <a:uFillTx/>
                <a:latin typeface="Calibri"/>
              </a:rPr>
              <a:t>Fifth level</a:t>
            </a:r>
            <a:endParaRPr b="0" lang="en-US" sz="1800" strike="noStrike" u="none">
              <a:solidFill>
                <a:schemeClr val="dk1"/>
              </a:solidFill>
              <a:uFillTx/>
              <a:latin typeface="Calibri"/>
            </a:endParaRPr>
          </a:p>
        </p:txBody>
      </p:sp>
      <p:sp>
        <p:nvSpPr>
          <p:cNvPr id="51" name="PlaceHolder 6"/>
          <p:cNvSpPr>
            <a:spLocks noGrp="1"/>
          </p:cNvSpPr>
          <p:nvPr>
            <p:ph type="dt" idx="19"/>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Calibri"/>
              </a:defRPr>
            </a:lvl1pPr>
          </a:lstStyle>
          <a:p>
            <a:pPr indent="0" defTabSz="914400">
              <a:lnSpc>
                <a:spcPct val="100000"/>
              </a:lnSpc>
              <a:buNone/>
            </a:pPr>
            <a:r>
              <a:rPr b="0" lang="en-US" sz="1800" strike="noStrike" u="none">
                <a:solidFill>
                  <a:schemeClr val="dk1"/>
                </a:solidFill>
                <a:uFillTx/>
                <a:latin typeface="Calibri"/>
              </a:rPr>
              <a:t> </a:t>
            </a:r>
            <a:endParaRPr b="0" lang="pl-PL" sz="1800" strike="noStrike" u="none">
              <a:solidFill>
                <a:srgbClr val="000000"/>
              </a:solidFill>
              <a:uFillTx/>
              <a:latin typeface="Times New Roman"/>
            </a:endParaRPr>
          </a:p>
        </p:txBody>
      </p:sp>
      <p:sp>
        <p:nvSpPr>
          <p:cNvPr id="52" name="PlaceHolder 7"/>
          <p:cNvSpPr>
            <a:spLocks noGrp="1"/>
          </p:cNvSpPr>
          <p:nvPr>
            <p:ph type="ftr" idx="20"/>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pl-PL" sz="1400" strike="noStrike" u="none">
                <a:solidFill>
                  <a:srgbClr val="000000"/>
                </a:solidFill>
                <a:uFillTx/>
                <a:latin typeface="Times New Roman"/>
              </a:defRPr>
            </a:lvl1pPr>
          </a:lstStyle>
          <a:p>
            <a:pPr indent="0" algn="ctr">
              <a:buNone/>
            </a:pPr>
            <a:r>
              <a:rPr b="0" lang="pl-PL" sz="1400" strike="noStrike" u="none">
                <a:solidFill>
                  <a:srgbClr val="000000"/>
                </a:solidFill>
                <a:uFillTx/>
                <a:latin typeface="Times New Roman"/>
              </a:rPr>
              <a:t> </a:t>
            </a:r>
            <a:endParaRPr b="0" lang="pl-PL" sz="1400" strike="noStrike" u="none">
              <a:solidFill>
                <a:srgbClr val="000000"/>
              </a:solidFill>
              <a:uFillTx/>
              <a:latin typeface="Times New Roman"/>
            </a:endParaRPr>
          </a:p>
        </p:txBody>
      </p:sp>
      <p:sp>
        <p:nvSpPr>
          <p:cNvPr id="53" name="PlaceHolder 8"/>
          <p:cNvSpPr>
            <a:spLocks noGrp="1"/>
          </p:cNvSpPr>
          <p:nvPr>
            <p:ph type="sldNum" idx="21"/>
          </p:nvPr>
        </p:nvSpPr>
        <p:spPr>
          <a:xfrm>
            <a:off x="8714880" y="6025680"/>
            <a:ext cx="2742840" cy="401400"/>
          </a:xfrm>
          <a:prstGeom prst="rect">
            <a:avLst/>
          </a:prstGeom>
          <a:noFill/>
          <a:ln w="0">
            <a:noFill/>
          </a:ln>
        </p:spPr>
        <p:txBody>
          <a:bodyPr lIns="91440" rIns="91440" tIns="45720" bIns="45720" anchor="ctr">
            <a:noAutofit/>
          </a:bodyPr>
          <a:lstStyle>
            <a:lvl1pPr indent="0" algn="r" defTabSz="914400">
              <a:lnSpc>
                <a:spcPct val="100000"/>
              </a:lnSpc>
              <a:buNone/>
              <a:defRPr b="0" lang="en-US" sz="1600" strike="noStrike" u="none">
                <a:solidFill>
                  <a:srgbClr val="1c7ddb"/>
                </a:solidFill>
                <a:uFillTx/>
                <a:latin typeface="Abadi"/>
              </a:defRPr>
            </a:lvl1pPr>
          </a:lstStyle>
          <a:p>
            <a:pPr indent="0" algn="r" defTabSz="914400">
              <a:lnSpc>
                <a:spcPct val="100000"/>
              </a:lnSpc>
              <a:buNone/>
            </a:pPr>
            <a:fld id="{991BA071-8536-4C5C-A7DC-B24E604EED31}" type="slidenum">
              <a:rPr b="0" lang="en-US" sz="1600" strike="noStrike" u="none">
                <a:solidFill>
                  <a:srgbClr val="1c7ddb"/>
                </a:solidFill>
                <a:uFillTx/>
                <a:latin typeface="Abadi"/>
              </a:rPr>
              <a:t>1</a:t>
            </a:fld>
            <a:endParaRPr b="0" lang="pl-PL" sz="16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0"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365040"/>
            <a:ext cx="10515240" cy="1325160"/>
          </a:xfrm>
          <a:prstGeom prst="rect">
            <a:avLst/>
          </a:prstGeom>
          <a:noFill/>
          <a:ln w="0">
            <a:noFill/>
          </a:ln>
        </p:spPr>
        <p:txBody>
          <a:bodyPr lIns="90000" rIns="90000" tIns="45000" bIns="45000" anchor="t">
            <a:noAutofit/>
          </a:bodyPr>
          <a:p>
            <a:pPr indent="0" defTabSz="914400">
              <a:lnSpc>
                <a:spcPct val="90000"/>
              </a:lnSpc>
              <a:buNone/>
            </a:pPr>
            <a:r>
              <a:rPr b="0" lang="en-US" sz="4400" strike="noStrike" u="none">
                <a:solidFill>
                  <a:schemeClr val="dk1"/>
                </a:solidFill>
                <a:uFillTx/>
                <a:latin typeface="Calibri Light"/>
              </a:rPr>
              <a:t>Cl</a:t>
            </a:r>
            <a:r>
              <a:rPr b="0" lang="en-US" sz="4400" strike="noStrike" u="none">
                <a:solidFill>
                  <a:schemeClr val="dk1"/>
                </a:solidFill>
                <a:uFillTx/>
                <a:latin typeface="Calibri Light"/>
              </a:rPr>
              <a:t>ic</a:t>
            </a:r>
            <a:r>
              <a:rPr b="0" lang="en-US" sz="4400" strike="noStrike" u="none">
                <a:solidFill>
                  <a:schemeClr val="dk1"/>
                </a:solidFill>
                <a:uFillTx/>
                <a:latin typeface="Calibri Light"/>
              </a:rPr>
              <a:t>k </a:t>
            </a:r>
            <a:r>
              <a:rPr b="0" lang="en-US" sz="4400" strike="noStrike" u="none">
                <a:solidFill>
                  <a:schemeClr val="dk1"/>
                </a:solidFill>
                <a:uFillTx/>
                <a:latin typeface="Calibri Light"/>
              </a:rPr>
              <a:t>t</a:t>
            </a:r>
            <a:r>
              <a:rPr b="0" lang="en-US" sz="4400" strike="noStrike" u="none">
                <a:solidFill>
                  <a:schemeClr val="dk1"/>
                </a:solidFill>
                <a:uFillTx/>
                <a:latin typeface="Calibri Light"/>
              </a:rPr>
              <a:t>o </a:t>
            </a:r>
            <a:r>
              <a:rPr b="0" lang="en-US" sz="4400" strike="noStrike" u="none">
                <a:solidFill>
                  <a:schemeClr val="dk1"/>
                </a:solidFill>
                <a:uFillTx/>
                <a:latin typeface="Calibri Light"/>
              </a:rPr>
              <a:t>e</a:t>
            </a:r>
            <a:r>
              <a:rPr b="0" lang="en-US" sz="4400" strike="noStrike" u="none">
                <a:solidFill>
                  <a:schemeClr val="dk1"/>
                </a:solidFill>
                <a:uFillTx/>
                <a:latin typeface="Calibri Light"/>
              </a:rPr>
              <a:t>di</a:t>
            </a:r>
            <a:r>
              <a:rPr b="0" lang="en-US" sz="4400" strike="noStrike" u="none">
                <a:solidFill>
                  <a:schemeClr val="dk1"/>
                </a:solidFill>
                <a:uFillTx/>
                <a:latin typeface="Calibri Light"/>
              </a:rPr>
              <a:t>t </a:t>
            </a:r>
            <a:r>
              <a:rPr b="0" lang="en-US" sz="4400" strike="noStrike" u="none">
                <a:solidFill>
                  <a:schemeClr val="dk1"/>
                </a:solidFill>
                <a:uFillTx/>
                <a:latin typeface="Calibri Light"/>
              </a:rPr>
              <a:t>M</a:t>
            </a:r>
            <a:r>
              <a:rPr b="0" lang="en-US" sz="4400" strike="noStrike" u="none">
                <a:solidFill>
                  <a:schemeClr val="dk1"/>
                </a:solidFill>
                <a:uFillTx/>
                <a:latin typeface="Calibri Light"/>
              </a:rPr>
              <a:t>a</a:t>
            </a:r>
            <a:r>
              <a:rPr b="0" lang="en-US" sz="4400" strike="noStrike" u="none">
                <a:solidFill>
                  <a:schemeClr val="dk1"/>
                </a:solidFill>
                <a:uFillTx/>
                <a:latin typeface="Calibri Light"/>
              </a:rPr>
              <a:t>st</a:t>
            </a:r>
            <a:r>
              <a:rPr b="0" lang="en-US" sz="4400" strike="noStrike" u="none">
                <a:solidFill>
                  <a:schemeClr val="dk1"/>
                </a:solidFill>
                <a:uFillTx/>
                <a:latin typeface="Calibri Light"/>
              </a:rPr>
              <a:t>e</a:t>
            </a:r>
            <a:r>
              <a:rPr b="0" lang="en-US" sz="4400" strike="noStrike" u="none">
                <a:solidFill>
                  <a:schemeClr val="dk1"/>
                </a:solidFill>
                <a:uFillTx/>
                <a:latin typeface="Calibri Light"/>
              </a:rPr>
              <a:t>r </a:t>
            </a:r>
            <a:r>
              <a:rPr b="0" lang="en-US" sz="4400" strike="noStrike" u="none">
                <a:solidFill>
                  <a:schemeClr val="dk1"/>
                </a:solidFill>
                <a:uFillTx/>
                <a:latin typeface="Calibri Light"/>
              </a:rPr>
              <a:t>ti</a:t>
            </a:r>
            <a:r>
              <a:rPr b="0" lang="en-US" sz="4400" strike="noStrike" u="none">
                <a:solidFill>
                  <a:schemeClr val="dk1"/>
                </a:solidFill>
                <a:uFillTx/>
                <a:latin typeface="Calibri Light"/>
              </a:rPr>
              <a:t>tl</a:t>
            </a:r>
            <a:r>
              <a:rPr b="0" lang="en-US" sz="4400" strike="noStrike" u="none">
                <a:solidFill>
                  <a:schemeClr val="dk1"/>
                </a:solidFill>
                <a:uFillTx/>
                <a:latin typeface="Calibri Light"/>
              </a:rPr>
              <a:t>e </a:t>
            </a:r>
            <a:r>
              <a:rPr b="0" lang="en-US" sz="4400" strike="noStrike" u="none">
                <a:solidFill>
                  <a:schemeClr val="dk1"/>
                </a:solidFill>
                <a:uFillTx/>
                <a:latin typeface="Calibri Light"/>
              </a:rPr>
              <a:t>st</a:t>
            </a:r>
            <a:r>
              <a:rPr b="0" lang="en-US" sz="4400" strike="noStrike" u="none">
                <a:solidFill>
                  <a:schemeClr val="dk1"/>
                </a:solidFill>
                <a:uFillTx/>
                <a:latin typeface="Calibri Light"/>
              </a:rPr>
              <a:t>yl</a:t>
            </a:r>
            <a:r>
              <a:rPr b="0" lang="en-US" sz="4400" strike="noStrike" u="none">
                <a:solidFill>
                  <a:schemeClr val="dk1"/>
                </a:solidFill>
                <a:uFillTx/>
                <a:latin typeface="Calibri Light"/>
              </a:rPr>
              <a:t>e</a:t>
            </a:r>
            <a:endParaRPr b="0" lang="en-US" sz="4400" strike="noStrike" u="none">
              <a:solidFill>
                <a:schemeClr val="dk1"/>
              </a:solidFill>
              <a:uFillTx/>
              <a:latin typeface="Calibri"/>
            </a:endParaRPr>
          </a:p>
        </p:txBody>
      </p:sp>
      <p:sp>
        <p:nvSpPr>
          <p:cNvPr id="55" name="PlaceHolder 2"/>
          <p:cNvSpPr>
            <a:spLocks noGrp="1"/>
          </p:cNvSpPr>
          <p:nvPr>
            <p:ph type="dt" idx="22"/>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Calibri"/>
              </a:defRPr>
            </a:lvl1pPr>
          </a:lstStyle>
          <a:p>
            <a:pPr indent="0" defTabSz="914400">
              <a:lnSpc>
                <a:spcPct val="100000"/>
              </a:lnSpc>
              <a:buNone/>
            </a:pPr>
            <a:r>
              <a:rPr b="0" lang="en-US" sz="1800" strike="noStrike" u="none">
                <a:solidFill>
                  <a:schemeClr val="dk1"/>
                </a:solidFill>
                <a:uFillTx/>
                <a:latin typeface="Calibri"/>
              </a:rPr>
              <a:t> </a:t>
            </a:r>
            <a:endParaRPr b="0" lang="pl-PL" sz="1800" strike="noStrike" u="none">
              <a:solidFill>
                <a:srgbClr val="000000"/>
              </a:solidFill>
              <a:uFillTx/>
              <a:latin typeface="Times New Roman"/>
            </a:endParaRPr>
          </a:p>
        </p:txBody>
      </p:sp>
      <p:sp>
        <p:nvSpPr>
          <p:cNvPr id="56" name="PlaceHolder 3"/>
          <p:cNvSpPr>
            <a:spLocks noGrp="1"/>
          </p:cNvSpPr>
          <p:nvPr>
            <p:ph type="ftr" idx="23"/>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pl-PL" sz="1400" strike="noStrike" u="none">
                <a:solidFill>
                  <a:srgbClr val="000000"/>
                </a:solidFill>
                <a:uFillTx/>
                <a:latin typeface="Times New Roman"/>
              </a:defRPr>
            </a:lvl1pPr>
          </a:lstStyle>
          <a:p>
            <a:pPr indent="0" algn="ctr">
              <a:buNone/>
            </a:pPr>
            <a:r>
              <a:rPr b="0" lang="pl-PL" sz="1400" strike="noStrike" u="none">
                <a:solidFill>
                  <a:srgbClr val="000000"/>
                </a:solidFill>
                <a:uFillTx/>
                <a:latin typeface="Times New Roman"/>
              </a:rPr>
              <a:t> </a:t>
            </a:r>
            <a:endParaRPr b="0" lang="pl-PL" sz="1400" strike="noStrike" u="none">
              <a:solidFill>
                <a:srgbClr val="000000"/>
              </a:solidFill>
              <a:uFillTx/>
              <a:latin typeface="Times New Roman"/>
            </a:endParaRPr>
          </a:p>
        </p:txBody>
      </p:sp>
      <p:sp>
        <p:nvSpPr>
          <p:cNvPr id="57" name="PlaceHolder 4"/>
          <p:cNvSpPr>
            <a:spLocks noGrp="1"/>
          </p:cNvSpPr>
          <p:nvPr>
            <p:ph type="sldNum" idx="24"/>
          </p:nvPr>
        </p:nvSpPr>
        <p:spPr>
          <a:xfrm>
            <a:off x="8714880" y="6025680"/>
            <a:ext cx="2742840" cy="401400"/>
          </a:xfrm>
          <a:prstGeom prst="rect">
            <a:avLst/>
          </a:prstGeom>
          <a:noFill/>
          <a:ln w="0">
            <a:noFill/>
          </a:ln>
        </p:spPr>
        <p:txBody>
          <a:bodyPr lIns="91440" rIns="91440" tIns="45720" bIns="45720" anchor="ctr">
            <a:noAutofit/>
          </a:bodyPr>
          <a:lstStyle>
            <a:lvl1pPr indent="0" algn="r" defTabSz="914400">
              <a:lnSpc>
                <a:spcPct val="100000"/>
              </a:lnSpc>
              <a:buNone/>
              <a:defRPr b="0" lang="en-US" sz="1600" strike="noStrike" u="none">
                <a:solidFill>
                  <a:srgbClr val="1c7ddb"/>
                </a:solidFill>
                <a:uFillTx/>
                <a:latin typeface="Abadi"/>
              </a:defRPr>
            </a:lvl1pPr>
          </a:lstStyle>
          <a:p>
            <a:pPr indent="0" algn="r" defTabSz="914400">
              <a:lnSpc>
                <a:spcPct val="100000"/>
              </a:lnSpc>
              <a:buNone/>
            </a:pPr>
            <a:fld id="{C5E04C31-2FE6-44CF-8499-80517C67FC54}" type="slidenum">
              <a:rPr b="0" lang="en-US" sz="1600" strike="noStrike" u="none">
                <a:solidFill>
                  <a:srgbClr val="1c7ddb"/>
                </a:solidFill>
                <a:uFillTx/>
                <a:latin typeface="Abadi"/>
              </a:rPr>
              <a:t>1</a:t>
            </a:fld>
            <a:endParaRPr b="0" lang="pl-PL" sz="16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2"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PlaceHolder 1"/>
          <p:cNvSpPr>
            <a:spLocks noGrp="1"/>
          </p:cNvSpPr>
          <p:nvPr>
            <p:ph type="dt" idx="25"/>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Calibri"/>
              </a:defRPr>
            </a:lvl1pPr>
          </a:lstStyle>
          <a:p>
            <a:pPr indent="0" defTabSz="914400">
              <a:lnSpc>
                <a:spcPct val="100000"/>
              </a:lnSpc>
              <a:buNone/>
            </a:pPr>
            <a:r>
              <a:rPr b="0" lang="en-US" sz="1800" strike="noStrike" u="none">
                <a:solidFill>
                  <a:schemeClr val="dk1"/>
                </a:solidFill>
                <a:uFillTx/>
                <a:latin typeface="Calibri"/>
              </a:rPr>
              <a:t> </a:t>
            </a:r>
            <a:endParaRPr b="0" lang="pl-PL" sz="1800" strike="noStrike" u="none">
              <a:solidFill>
                <a:srgbClr val="000000"/>
              </a:solidFill>
              <a:uFillTx/>
              <a:latin typeface="Times New Roman"/>
            </a:endParaRPr>
          </a:p>
        </p:txBody>
      </p:sp>
      <p:sp>
        <p:nvSpPr>
          <p:cNvPr id="60" name="PlaceHolder 2"/>
          <p:cNvSpPr>
            <a:spLocks noGrp="1"/>
          </p:cNvSpPr>
          <p:nvPr>
            <p:ph type="ftr" idx="26"/>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pl-PL" sz="1400" strike="noStrike" u="none">
                <a:solidFill>
                  <a:srgbClr val="000000"/>
                </a:solidFill>
                <a:uFillTx/>
                <a:latin typeface="Times New Roman"/>
              </a:defRPr>
            </a:lvl1pPr>
          </a:lstStyle>
          <a:p>
            <a:pPr indent="0" algn="ctr">
              <a:buNone/>
            </a:pPr>
            <a:r>
              <a:rPr b="0" lang="pl-PL" sz="1400" strike="noStrike" u="none">
                <a:solidFill>
                  <a:srgbClr val="000000"/>
                </a:solidFill>
                <a:uFillTx/>
                <a:latin typeface="Times New Roman"/>
              </a:rPr>
              <a:t> </a:t>
            </a:r>
            <a:endParaRPr b="0" lang="pl-PL" sz="1400" strike="noStrike" u="none">
              <a:solidFill>
                <a:srgbClr val="000000"/>
              </a:solidFill>
              <a:uFillTx/>
              <a:latin typeface="Times New Roman"/>
            </a:endParaRPr>
          </a:p>
        </p:txBody>
      </p:sp>
      <p:sp>
        <p:nvSpPr>
          <p:cNvPr id="61" name="PlaceHolder 3"/>
          <p:cNvSpPr>
            <a:spLocks noGrp="1"/>
          </p:cNvSpPr>
          <p:nvPr>
            <p:ph type="sldNum" idx="27"/>
          </p:nvPr>
        </p:nvSpPr>
        <p:spPr>
          <a:xfrm>
            <a:off x="8714880" y="6025680"/>
            <a:ext cx="2742840" cy="401400"/>
          </a:xfrm>
          <a:prstGeom prst="rect">
            <a:avLst/>
          </a:prstGeom>
          <a:noFill/>
          <a:ln w="0">
            <a:noFill/>
          </a:ln>
        </p:spPr>
        <p:txBody>
          <a:bodyPr lIns="91440" rIns="91440" tIns="45720" bIns="45720" anchor="ctr">
            <a:noAutofit/>
          </a:bodyPr>
          <a:lstStyle>
            <a:lvl1pPr indent="0" algn="r" defTabSz="914400">
              <a:lnSpc>
                <a:spcPct val="100000"/>
              </a:lnSpc>
              <a:buNone/>
              <a:defRPr b="0" lang="en-US" sz="1600" strike="noStrike" u="none">
                <a:solidFill>
                  <a:srgbClr val="1c7ddb"/>
                </a:solidFill>
                <a:uFillTx/>
                <a:latin typeface="Abadi"/>
              </a:defRPr>
            </a:lvl1pPr>
          </a:lstStyle>
          <a:p>
            <a:pPr indent="0" algn="r" defTabSz="914400">
              <a:lnSpc>
                <a:spcPct val="100000"/>
              </a:lnSpc>
              <a:buNone/>
            </a:pPr>
            <a:fld id="{469C6EF9-92DC-4579-AC38-D1684DCFE926}" type="slidenum">
              <a:rPr b="0" lang="en-US" sz="1600" strike="noStrike" u="none">
                <a:solidFill>
                  <a:srgbClr val="1c7ddb"/>
                </a:solidFill>
                <a:uFillTx/>
                <a:latin typeface="Abadi"/>
              </a:rPr>
              <a:t>1</a:t>
            </a:fld>
            <a:endParaRPr b="0" lang="pl-PL" sz="16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4"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839880" y="457200"/>
            <a:ext cx="3931920" cy="1599840"/>
          </a:xfrm>
          <a:prstGeom prst="rect">
            <a:avLst/>
          </a:prstGeom>
          <a:noFill/>
          <a:ln w="0">
            <a:noFill/>
          </a:ln>
        </p:spPr>
        <p:txBody>
          <a:bodyPr lIns="90000" rIns="90000" tIns="45000" bIns="45000" anchor="b">
            <a:noAutofit/>
          </a:bodyPr>
          <a:p>
            <a:pPr indent="0" defTabSz="914400">
              <a:lnSpc>
                <a:spcPct val="90000"/>
              </a:lnSpc>
              <a:buNone/>
            </a:pPr>
            <a:r>
              <a:rPr b="0" lang="en-US" sz="3200" strike="noStrike" u="none">
                <a:solidFill>
                  <a:schemeClr val="dk1"/>
                </a:solidFill>
                <a:uFillTx/>
                <a:latin typeface="Calibri Light"/>
              </a:rPr>
              <a:t>Click to edit Master title style</a:t>
            </a:r>
            <a:endParaRPr b="0" lang="en-US" sz="3200" strike="noStrike" u="none">
              <a:solidFill>
                <a:schemeClr val="dk1"/>
              </a:solidFill>
              <a:uFillTx/>
              <a:latin typeface="Calibri"/>
            </a:endParaRPr>
          </a:p>
        </p:txBody>
      </p:sp>
      <p:sp>
        <p:nvSpPr>
          <p:cNvPr id="63"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228600" indent="-228600" defTabSz="914400">
              <a:lnSpc>
                <a:spcPct val="90000"/>
              </a:lnSpc>
              <a:spcBef>
                <a:spcPts val="1001"/>
              </a:spcBef>
              <a:buClr>
                <a:srgbClr val="000000"/>
              </a:buClr>
              <a:buFont typeface="Arial"/>
              <a:buChar char="•"/>
            </a:pPr>
            <a:r>
              <a:rPr b="0" lang="en-US" sz="3200" strike="noStrike" u="none">
                <a:solidFill>
                  <a:schemeClr val="dk1"/>
                </a:solidFill>
                <a:uFillTx/>
                <a:latin typeface="Calibri"/>
              </a:rPr>
              <a:t>Click to edit Master text styles</a:t>
            </a:r>
            <a:endParaRPr b="0" lang="en-US" sz="3200" strike="noStrike" u="none">
              <a:solidFill>
                <a:schemeClr val="dk1"/>
              </a:solidFill>
              <a:uFillTx/>
              <a:latin typeface="Calibri"/>
            </a:endParaRPr>
          </a:p>
          <a:p>
            <a:pPr lvl="1" marL="685800" indent="-228600" defTabSz="914400">
              <a:lnSpc>
                <a:spcPct val="90000"/>
              </a:lnSpc>
              <a:spcBef>
                <a:spcPts val="499"/>
              </a:spcBef>
              <a:buClr>
                <a:srgbClr val="000000"/>
              </a:buClr>
              <a:buFont typeface="Arial"/>
              <a:buChar char="•"/>
            </a:pPr>
            <a:r>
              <a:rPr b="0" lang="en-US" sz="2800" strike="noStrike" u="none">
                <a:solidFill>
                  <a:schemeClr val="dk1"/>
                </a:solidFill>
                <a:uFillTx/>
                <a:latin typeface="Calibri"/>
              </a:rPr>
              <a:t>Second level</a:t>
            </a:r>
            <a:endParaRPr b="0" lang="en-US" sz="2800" strike="noStrike" u="none">
              <a:solidFill>
                <a:schemeClr val="dk1"/>
              </a:solidFill>
              <a:uFillTx/>
              <a:latin typeface="Calibri"/>
            </a:endParaRPr>
          </a:p>
          <a:p>
            <a:pPr lvl="2" marL="1143000" indent="-228600" defTabSz="914400">
              <a:lnSpc>
                <a:spcPct val="90000"/>
              </a:lnSpc>
              <a:spcBef>
                <a:spcPts val="499"/>
              </a:spcBef>
              <a:buClr>
                <a:srgbClr val="000000"/>
              </a:buClr>
              <a:buFont typeface="Arial"/>
              <a:buChar char="•"/>
            </a:pPr>
            <a:r>
              <a:rPr b="0" lang="en-US" sz="2400" strike="noStrike" u="none">
                <a:solidFill>
                  <a:schemeClr val="dk1"/>
                </a:solidFill>
                <a:uFillTx/>
                <a:latin typeface="Calibri"/>
              </a:rPr>
              <a:t>Third level</a:t>
            </a:r>
            <a:endParaRPr b="0" lang="en-US" sz="2400" strike="noStrike" u="none">
              <a:solidFill>
                <a:schemeClr val="dk1"/>
              </a:solidFill>
              <a:uFillTx/>
              <a:latin typeface="Calibri"/>
            </a:endParaRPr>
          </a:p>
          <a:p>
            <a:pPr lvl="3" marL="1600200" indent="-228600" defTabSz="914400">
              <a:lnSpc>
                <a:spcPct val="90000"/>
              </a:lnSpc>
              <a:spcBef>
                <a:spcPts val="499"/>
              </a:spcBef>
              <a:buClr>
                <a:srgbClr val="000000"/>
              </a:buClr>
              <a:buFont typeface="Arial"/>
              <a:buChar char="•"/>
            </a:pPr>
            <a:r>
              <a:rPr b="0" lang="en-US" sz="2000" strike="noStrike" u="none">
                <a:solidFill>
                  <a:schemeClr val="dk1"/>
                </a:solidFill>
                <a:uFillTx/>
                <a:latin typeface="Calibri"/>
              </a:rPr>
              <a:t>Fourth level</a:t>
            </a:r>
            <a:endParaRPr b="0" lang="en-US" sz="2000" strike="noStrike" u="none">
              <a:solidFill>
                <a:schemeClr val="dk1"/>
              </a:solidFill>
              <a:uFillTx/>
              <a:latin typeface="Calibri"/>
            </a:endParaRPr>
          </a:p>
          <a:p>
            <a:pPr lvl="4" marL="2057400" indent="-228600" defTabSz="914400">
              <a:lnSpc>
                <a:spcPct val="90000"/>
              </a:lnSpc>
              <a:spcBef>
                <a:spcPts val="499"/>
              </a:spcBef>
              <a:buClr>
                <a:srgbClr val="000000"/>
              </a:buClr>
              <a:buFont typeface="Arial"/>
              <a:buChar char="•"/>
            </a:pPr>
            <a:r>
              <a:rPr b="0" lang="en-US" sz="2000" strike="noStrike" u="none">
                <a:solidFill>
                  <a:schemeClr val="dk1"/>
                </a:solidFill>
                <a:uFillTx/>
                <a:latin typeface="Calibri"/>
              </a:rPr>
              <a:t>Fifth level</a:t>
            </a:r>
            <a:endParaRPr b="0" lang="en-US" sz="2000" strike="noStrike" u="none">
              <a:solidFill>
                <a:schemeClr val="dk1"/>
              </a:solidFill>
              <a:uFillTx/>
              <a:latin typeface="Calibri"/>
            </a:endParaRPr>
          </a:p>
        </p:txBody>
      </p:sp>
      <p:sp>
        <p:nvSpPr>
          <p:cNvPr id="64" name="PlaceHolder 3"/>
          <p:cNvSpPr>
            <a:spLocks noGrp="1"/>
          </p:cNvSpPr>
          <p:nvPr>
            <p:ph type="body"/>
          </p:nvPr>
        </p:nvSpPr>
        <p:spPr>
          <a:xfrm>
            <a:off x="839880" y="2057400"/>
            <a:ext cx="3931920" cy="3811320"/>
          </a:xfrm>
          <a:prstGeom prst="rect">
            <a:avLst/>
          </a:prstGeom>
          <a:noFill/>
          <a:ln w="0">
            <a:noFill/>
          </a:ln>
        </p:spPr>
        <p:txBody>
          <a:bodyPr lIns="90000" rIns="90000" tIns="45000" bIns="45000" anchor="t">
            <a:noAutofit/>
          </a:bodyPr>
          <a:p>
            <a:pPr indent="0" defTabSz="914400">
              <a:lnSpc>
                <a:spcPct val="90000"/>
              </a:lnSpc>
              <a:spcBef>
                <a:spcPts val="1001"/>
              </a:spcBef>
              <a:buNone/>
              <a:tabLst>
                <a:tab algn="l" pos="0"/>
              </a:tabLst>
            </a:pPr>
            <a:r>
              <a:rPr b="0" lang="en-US" sz="1600" strike="noStrike" u="none">
                <a:solidFill>
                  <a:schemeClr val="dk1"/>
                </a:solidFill>
                <a:uFillTx/>
                <a:latin typeface="Calibri"/>
              </a:rPr>
              <a:t>Click to edit Master text styles</a:t>
            </a:r>
            <a:endParaRPr b="0" lang="en-US" sz="1600" strike="noStrike" u="none">
              <a:solidFill>
                <a:schemeClr val="dk1"/>
              </a:solidFill>
              <a:uFillTx/>
              <a:latin typeface="Calibri"/>
            </a:endParaRPr>
          </a:p>
        </p:txBody>
      </p:sp>
      <p:sp>
        <p:nvSpPr>
          <p:cNvPr id="65" name="PlaceHolder 4"/>
          <p:cNvSpPr>
            <a:spLocks noGrp="1"/>
          </p:cNvSpPr>
          <p:nvPr>
            <p:ph type="dt" idx="28"/>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Calibri"/>
              </a:defRPr>
            </a:lvl1pPr>
          </a:lstStyle>
          <a:p>
            <a:pPr indent="0" defTabSz="914400">
              <a:lnSpc>
                <a:spcPct val="100000"/>
              </a:lnSpc>
              <a:buNone/>
            </a:pPr>
            <a:r>
              <a:rPr b="0" lang="en-US" sz="1800" strike="noStrike" u="none">
                <a:solidFill>
                  <a:schemeClr val="dk1"/>
                </a:solidFill>
                <a:uFillTx/>
                <a:latin typeface="Calibri"/>
              </a:rPr>
              <a:t> </a:t>
            </a:r>
            <a:endParaRPr b="0" lang="pl-PL" sz="1800" strike="noStrike" u="none">
              <a:solidFill>
                <a:srgbClr val="000000"/>
              </a:solidFill>
              <a:uFillTx/>
              <a:latin typeface="Times New Roman"/>
            </a:endParaRPr>
          </a:p>
        </p:txBody>
      </p:sp>
      <p:sp>
        <p:nvSpPr>
          <p:cNvPr id="66" name="PlaceHolder 5"/>
          <p:cNvSpPr>
            <a:spLocks noGrp="1"/>
          </p:cNvSpPr>
          <p:nvPr>
            <p:ph type="ftr" idx="29"/>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pl-PL" sz="1400" strike="noStrike" u="none">
                <a:solidFill>
                  <a:srgbClr val="000000"/>
                </a:solidFill>
                <a:uFillTx/>
                <a:latin typeface="Times New Roman"/>
              </a:defRPr>
            </a:lvl1pPr>
          </a:lstStyle>
          <a:p>
            <a:pPr indent="0" algn="ctr">
              <a:buNone/>
            </a:pPr>
            <a:r>
              <a:rPr b="0" lang="pl-PL" sz="1400" strike="noStrike" u="none">
                <a:solidFill>
                  <a:srgbClr val="000000"/>
                </a:solidFill>
                <a:uFillTx/>
                <a:latin typeface="Times New Roman"/>
              </a:rPr>
              <a:t> </a:t>
            </a:r>
            <a:endParaRPr b="0" lang="pl-PL" sz="1400" strike="noStrike" u="none">
              <a:solidFill>
                <a:srgbClr val="000000"/>
              </a:solidFill>
              <a:uFillTx/>
              <a:latin typeface="Times New Roman"/>
            </a:endParaRPr>
          </a:p>
        </p:txBody>
      </p:sp>
      <p:sp>
        <p:nvSpPr>
          <p:cNvPr id="67" name="PlaceHolder 6"/>
          <p:cNvSpPr>
            <a:spLocks noGrp="1"/>
          </p:cNvSpPr>
          <p:nvPr>
            <p:ph type="sldNum" idx="30"/>
          </p:nvPr>
        </p:nvSpPr>
        <p:spPr>
          <a:xfrm>
            <a:off x="8714880" y="6025680"/>
            <a:ext cx="2742840" cy="401400"/>
          </a:xfrm>
          <a:prstGeom prst="rect">
            <a:avLst/>
          </a:prstGeom>
          <a:noFill/>
          <a:ln w="0">
            <a:noFill/>
          </a:ln>
        </p:spPr>
        <p:txBody>
          <a:bodyPr lIns="91440" rIns="91440" tIns="45720" bIns="45720" anchor="ctr">
            <a:noAutofit/>
          </a:bodyPr>
          <a:lstStyle>
            <a:lvl1pPr indent="0" algn="r" defTabSz="914400">
              <a:lnSpc>
                <a:spcPct val="100000"/>
              </a:lnSpc>
              <a:buNone/>
              <a:defRPr b="0" lang="en-US" sz="1600" strike="noStrike" u="none">
                <a:solidFill>
                  <a:srgbClr val="1c7ddb"/>
                </a:solidFill>
                <a:uFillTx/>
                <a:latin typeface="Abadi"/>
              </a:defRPr>
            </a:lvl1pPr>
          </a:lstStyle>
          <a:p>
            <a:pPr indent="0" algn="r" defTabSz="914400">
              <a:lnSpc>
                <a:spcPct val="100000"/>
              </a:lnSpc>
              <a:buNone/>
            </a:pPr>
            <a:fld id="{7C28445C-F4B4-4858-970B-69EAC6D131A5}" type="slidenum">
              <a:rPr b="0" lang="en-US" sz="1600" strike="noStrike" u="none">
                <a:solidFill>
                  <a:srgbClr val="1c7ddb"/>
                </a:solidFill>
                <a:uFillTx/>
                <a:latin typeface="Abadi"/>
              </a:rPr>
              <a:t>1</a:t>
            </a:fld>
            <a:endParaRPr b="0" lang="pl-PL" sz="16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6"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 name="PlaceHolder 1"/>
          <p:cNvSpPr>
            <a:spLocks noGrp="1"/>
          </p:cNvSpPr>
          <p:nvPr>
            <p:ph type="title"/>
          </p:nvPr>
        </p:nvSpPr>
        <p:spPr>
          <a:xfrm>
            <a:off x="839880" y="457200"/>
            <a:ext cx="3931920" cy="1599840"/>
          </a:xfrm>
          <a:prstGeom prst="rect">
            <a:avLst/>
          </a:prstGeom>
          <a:noFill/>
          <a:ln w="0">
            <a:noFill/>
          </a:ln>
        </p:spPr>
        <p:txBody>
          <a:bodyPr lIns="90000" rIns="90000" tIns="45000" bIns="45000" anchor="b">
            <a:noAutofit/>
          </a:bodyPr>
          <a:p>
            <a:pPr indent="0" defTabSz="914400">
              <a:lnSpc>
                <a:spcPct val="90000"/>
              </a:lnSpc>
              <a:buNone/>
            </a:pPr>
            <a:r>
              <a:rPr b="0" lang="en-US" sz="3200" strike="noStrike" u="none">
                <a:solidFill>
                  <a:schemeClr val="dk1"/>
                </a:solidFill>
                <a:uFillTx/>
                <a:latin typeface="Calibri Light"/>
              </a:rPr>
              <a:t>Click to edit Master title style</a:t>
            </a:r>
            <a:endParaRPr b="0" lang="en-US" sz="3200" strike="noStrike" u="none">
              <a:solidFill>
                <a:schemeClr val="dk1"/>
              </a:solidFill>
              <a:uFillTx/>
              <a:latin typeface="Calibri"/>
            </a:endParaRPr>
          </a:p>
        </p:txBody>
      </p:sp>
      <p:sp>
        <p:nvSpPr>
          <p:cNvPr id="69"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en-US" sz="3200" strike="noStrike" u="none">
                <a:solidFill>
                  <a:schemeClr val="dk1"/>
                </a:solidFill>
                <a:uFillTx/>
                <a:latin typeface="Calibri"/>
              </a:rPr>
              <a:t>Click to edit the outline text format</a:t>
            </a:r>
            <a:endParaRPr b="0" lang="en-US" sz="3200" strike="noStrike" u="none">
              <a:solidFill>
                <a:schemeClr val="dk1"/>
              </a:solidFill>
              <a:uFillTx/>
              <a:latin typeface="Calibri"/>
            </a:endParaRPr>
          </a:p>
          <a:p>
            <a:pPr lvl="1" marL="864000" indent="-324000">
              <a:lnSpc>
                <a:spcPct val="90000"/>
              </a:lnSpc>
              <a:spcBef>
                <a:spcPts val="1134"/>
              </a:spcBef>
              <a:buClr>
                <a:srgbClr val="000000"/>
              </a:buClr>
              <a:buSzPct val="75000"/>
              <a:buFont typeface="Symbol" charset="2"/>
              <a:buChar char=""/>
            </a:pPr>
            <a:r>
              <a:rPr b="0" lang="en-US" sz="3200" strike="noStrike" u="none">
                <a:solidFill>
                  <a:schemeClr val="dk1"/>
                </a:solidFill>
                <a:uFillTx/>
                <a:latin typeface="Calibri"/>
              </a:rPr>
              <a:t>Second Outline Level</a:t>
            </a:r>
            <a:endParaRPr b="0" lang="en-US" sz="3200" strike="noStrike" u="none">
              <a:solidFill>
                <a:schemeClr val="dk1"/>
              </a:solidFill>
              <a:uFillTx/>
              <a:latin typeface="Calibri"/>
            </a:endParaRPr>
          </a:p>
          <a:p>
            <a:pPr lvl="2" marL="1296000" indent="-288000">
              <a:lnSpc>
                <a:spcPct val="90000"/>
              </a:lnSpc>
              <a:spcBef>
                <a:spcPts val="850"/>
              </a:spcBef>
              <a:buClr>
                <a:srgbClr val="000000"/>
              </a:buClr>
              <a:buSzPct val="45000"/>
              <a:buFont typeface="Wingdings" charset="2"/>
              <a:buChar char=""/>
            </a:pPr>
            <a:r>
              <a:rPr b="0" lang="en-US" sz="3200" strike="noStrike" u="none">
                <a:solidFill>
                  <a:schemeClr val="dk1"/>
                </a:solidFill>
                <a:uFillTx/>
                <a:latin typeface="Calibri"/>
              </a:rPr>
              <a:t>Third Outline Level</a:t>
            </a:r>
            <a:endParaRPr b="0" lang="en-US" sz="3200" strike="noStrike" u="none">
              <a:solidFill>
                <a:schemeClr val="dk1"/>
              </a:solidFill>
              <a:uFillTx/>
              <a:latin typeface="Calibri"/>
            </a:endParaRPr>
          </a:p>
          <a:p>
            <a:pPr lvl="3" marL="1728000" indent="-216000">
              <a:lnSpc>
                <a:spcPct val="90000"/>
              </a:lnSpc>
              <a:spcBef>
                <a:spcPts val="567"/>
              </a:spcBef>
              <a:buClr>
                <a:srgbClr val="000000"/>
              </a:buClr>
              <a:buSzPct val="75000"/>
              <a:buFont typeface="Symbol" charset="2"/>
              <a:buChar char=""/>
            </a:pPr>
            <a:r>
              <a:rPr b="0" lang="en-US" sz="3200" strike="noStrike" u="none">
                <a:solidFill>
                  <a:schemeClr val="dk1"/>
                </a:solidFill>
                <a:uFillTx/>
                <a:latin typeface="Calibri"/>
              </a:rPr>
              <a:t>Fourth Outline Level</a:t>
            </a:r>
            <a:endParaRPr b="0" lang="en-US" sz="3200" strike="noStrike" u="none">
              <a:solidFill>
                <a:schemeClr val="dk1"/>
              </a:solidFill>
              <a:uFillTx/>
              <a:latin typeface="Calibri"/>
            </a:endParaRPr>
          </a:p>
          <a:p>
            <a:pPr lvl="4" marL="2160000" indent="-216000">
              <a:lnSpc>
                <a:spcPct val="90000"/>
              </a:lnSpc>
              <a:spcBef>
                <a:spcPts val="283"/>
              </a:spcBef>
              <a:buClr>
                <a:srgbClr val="000000"/>
              </a:buClr>
              <a:buSzPct val="45000"/>
              <a:buFont typeface="Wingdings" charset="2"/>
              <a:buChar char=""/>
            </a:pPr>
            <a:r>
              <a:rPr b="0" lang="en-US" sz="3200" strike="noStrike" u="none">
                <a:solidFill>
                  <a:schemeClr val="dk1"/>
                </a:solidFill>
                <a:uFillTx/>
                <a:latin typeface="Calibri"/>
              </a:rPr>
              <a:t>Fifth Outline Level</a:t>
            </a:r>
            <a:endParaRPr b="0" lang="en-US" sz="3200" strike="noStrike" u="none">
              <a:solidFill>
                <a:schemeClr val="dk1"/>
              </a:solidFill>
              <a:uFillTx/>
              <a:latin typeface="Calibri"/>
            </a:endParaRPr>
          </a:p>
          <a:p>
            <a:pPr lvl="5" marL="2592000" indent="-216000">
              <a:lnSpc>
                <a:spcPct val="90000"/>
              </a:lnSpc>
              <a:spcBef>
                <a:spcPts val="283"/>
              </a:spcBef>
              <a:buClr>
                <a:srgbClr val="000000"/>
              </a:buClr>
              <a:buSzPct val="45000"/>
              <a:buFont typeface="Wingdings" charset="2"/>
              <a:buChar char=""/>
            </a:pPr>
            <a:r>
              <a:rPr b="0" lang="en-US" sz="3200" strike="noStrike" u="none">
                <a:solidFill>
                  <a:schemeClr val="dk1"/>
                </a:solidFill>
                <a:uFillTx/>
                <a:latin typeface="Calibri"/>
              </a:rPr>
              <a:t>Sixth Outline Level</a:t>
            </a:r>
            <a:endParaRPr b="0" lang="en-US" sz="3200" strike="noStrike" u="none">
              <a:solidFill>
                <a:schemeClr val="dk1"/>
              </a:solidFill>
              <a:uFillTx/>
              <a:latin typeface="Calibri"/>
            </a:endParaRPr>
          </a:p>
          <a:p>
            <a:pPr lvl="6" marL="3024000" indent="-216000">
              <a:lnSpc>
                <a:spcPct val="90000"/>
              </a:lnSpc>
              <a:spcBef>
                <a:spcPts val="283"/>
              </a:spcBef>
              <a:buClr>
                <a:srgbClr val="000000"/>
              </a:buClr>
              <a:buSzPct val="45000"/>
              <a:buFont typeface="Wingdings" charset="2"/>
              <a:buChar char=""/>
            </a:pPr>
            <a:r>
              <a:rPr b="0" lang="en-US" sz="3200" strike="noStrike" u="none">
                <a:solidFill>
                  <a:schemeClr val="dk1"/>
                </a:solidFill>
                <a:uFillTx/>
                <a:latin typeface="Calibri"/>
              </a:rPr>
              <a:t>Seventh Outline Level</a:t>
            </a:r>
            <a:endParaRPr b="0" lang="en-US" sz="3200" strike="noStrike" u="none">
              <a:solidFill>
                <a:schemeClr val="dk1"/>
              </a:solidFill>
              <a:uFillTx/>
              <a:latin typeface="Calibri"/>
            </a:endParaRPr>
          </a:p>
        </p:txBody>
      </p:sp>
      <p:sp>
        <p:nvSpPr>
          <p:cNvPr id="70" name="PlaceHolder 3"/>
          <p:cNvSpPr>
            <a:spLocks noGrp="1"/>
          </p:cNvSpPr>
          <p:nvPr>
            <p:ph type="body"/>
          </p:nvPr>
        </p:nvSpPr>
        <p:spPr>
          <a:xfrm>
            <a:off x="839880" y="2057400"/>
            <a:ext cx="3931920" cy="3811320"/>
          </a:xfrm>
          <a:prstGeom prst="rect">
            <a:avLst/>
          </a:prstGeom>
          <a:noFill/>
          <a:ln w="0">
            <a:noFill/>
          </a:ln>
        </p:spPr>
        <p:txBody>
          <a:bodyPr lIns="90000" rIns="90000" tIns="45000" bIns="45000" anchor="t">
            <a:noAutofit/>
          </a:bodyPr>
          <a:p>
            <a:pPr indent="0" defTabSz="914400">
              <a:lnSpc>
                <a:spcPct val="90000"/>
              </a:lnSpc>
              <a:spcBef>
                <a:spcPts val="1001"/>
              </a:spcBef>
              <a:buNone/>
              <a:tabLst>
                <a:tab algn="l" pos="0"/>
              </a:tabLst>
            </a:pPr>
            <a:r>
              <a:rPr b="0" lang="en-US" sz="1600" strike="noStrike" u="none">
                <a:solidFill>
                  <a:schemeClr val="dk1"/>
                </a:solidFill>
                <a:uFillTx/>
                <a:latin typeface="Calibri"/>
              </a:rPr>
              <a:t>Click to edit Master text styles</a:t>
            </a:r>
            <a:endParaRPr b="0" lang="en-US" sz="1600" strike="noStrike" u="none">
              <a:solidFill>
                <a:schemeClr val="dk1"/>
              </a:solidFill>
              <a:uFillTx/>
              <a:latin typeface="Calibri"/>
            </a:endParaRPr>
          </a:p>
        </p:txBody>
      </p:sp>
      <p:sp>
        <p:nvSpPr>
          <p:cNvPr id="71" name="PlaceHolder 4"/>
          <p:cNvSpPr>
            <a:spLocks noGrp="1"/>
          </p:cNvSpPr>
          <p:nvPr>
            <p:ph type="dt" idx="31"/>
          </p:nvPr>
        </p:nvSpPr>
        <p:spPr>
          <a:xfrm>
            <a:off x="838080" y="6356520"/>
            <a:ext cx="2742840" cy="364680"/>
          </a:xfrm>
          <a:prstGeom prst="rect">
            <a:avLst/>
          </a:prstGeom>
          <a:noFill/>
          <a:ln w="0">
            <a:noFill/>
          </a:ln>
        </p:spPr>
        <p:txBody>
          <a:bodyPr lIns="90000" rIns="90000" tIns="45000" bIns="45000" anchor="t">
            <a:noAutofit/>
          </a:bodyPr>
          <a:lstStyle>
            <a:lvl1pPr indent="0" defTabSz="914400">
              <a:lnSpc>
                <a:spcPct val="100000"/>
              </a:lnSpc>
              <a:buNone/>
              <a:defRPr b="0" lang="en-US" sz="1800" strike="noStrike" u="none">
                <a:solidFill>
                  <a:schemeClr val="dk1"/>
                </a:solidFill>
                <a:uFillTx/>
                <a:latin typeface="Calibri"/>
              </a:defRPr>
            </a:lvl1pPr>
          </a:lstStyle>
          <a:p>
            <a:pPr indent="0" defTabSz="914400">
              <a:lnSpc>
                <a:spcPct val="100000"/>
              </a:lnSpc>
              <a:buNone/>
            </a:pPr>
            <a:r>
              <a:rPr b="0" lang="en-US" sz="1800" strike="noStrike" u="none">
                <a:solidFill>
                  <a:schemeClr val="dk1"/>
                </a:solidFill>
                <a:uFillTx/>
                <a:latin typeface="Calibri"/>
              </a:rPr>
              <a:t> </a:t>
            </a:r>
            <a:endParaRPr b="0" lang="pl-PL" sz="1800" strike="noStrike" u="none">
              <a:solidFill>
                <a:srgbClr val="000000"/>
              </a:solidFill>
              <a:uFillTx/>
              <a:latin typeface="Times New Roman"/>
            </a:endParaRPr>
          </a:p>
        </p:txBody>
      </p:sp>
      <p:sp>
        <p:nvSpPr>
          <p:cNvPr id="72" name="PlaceHolder 5"/>
          <p:cNvSpPr>
            <a:spLocks noGrp="1"/>
          </p:cNvSpPr>
          <p:nvPr>
            <p:ph type="ftr" idx="32"/>
          </p:nvPr>
        </p:nvSpPr>
        <p:spPr>
          <a:xfrm>
            <a:off x="4038480" y="6356520"/>
            <a:ext cx="4114440" cy="364680"/>
          </a:xfrm>
          <a:prstGeom prst="rect">
            <a:avLst/>
          </a:prstGeom>
          <a:noFill/>
          <a:ln w="0">
            <a:noFill/>
          </a:ln>
        </p:spPr>
        <p:txBody>
          <a:bodyPr lIns="90000" rIns="90000" tIns="45000" bIns="45000" anchor="t">
            <a:noAutofit/>
          </a:bodyPr>
          <a:lstStyle>
            <a:lvl1pPr indent="0" algn="ctr">
              <a:buNone/>
              <a:defRPr b="0" lang="pl-PL" sz="1400" strike="noStrike" u="none">
                <a:solidFill>
                  <a:srgbClr val="000000"/>
                </a:solidFill>
                <a:uFillTx/>
                <a:latin typeface="Times New Roman"/>
              </a:defRPr>
            </a:lvl1pPr>
          </a:lstStyle>
          <a:p>
            <a:pPr indent="0" algn="ctr">
              <a:buNone/>
            </a:pPr>
            <a:r>
              <a:rPr b="0" lang="pl-PL" sz="1400" strike="noStrike" u="none">
                <a:solidFill>
                  <a:srgbClr val="000000"/>
                </a:solidFill>
                <a:uFillTx/>
                <a:latin typeface="Times New Roman"/>
              </a:rPr>
              <a:t> </a:t>
            </a:r>
            <a:endParaRPr b="0" lang="pl-PL" sz="1400" strike="noStrike" u="none">
              <a:solidFill>
                <a:srgbClr val="000000"/>
              </a:solidFill>
              <a:uFillTx/>
              <a:latin typeface="Times New Roman"/>
            </a:endParaRPr>
          </a:p>
        </p:txBody>
      </p:sp>
      <p:sp>
        <p:nvSpPr>
          <p:cNvPr id="73" name="PlaceHolder 6"/>
          <p:cNvSpPr>
            <a:spLocks noGrp="1"/>
          </p:cNvSpPr>
          <p:nvPr>
            <p:ph type="sldNum" idx="33"/>
          </p:nvPr>
        </p:nvSpPr>
        <p:spPr>
          <a:xfrm>
            <a:off x="8714880" y="6025680"/>
            <a:ext cx="2742840" cy="401400"/>
          </a:xfrm>
          <a:prstGeom prst="rect">
            <a:avLst/>
          </a:prstGeom>
          <a:noFill/>
          <a:ln w="0">
            <a:noFill/>
          </a:ln>
        </p:spPr>
        <p:txBody>
          <a:bodyPr lIns="91440" rIns="91440" tIns="45720" bIns="45720" anchor="ctr">
            <a:noAutofit/>
          </a:bodyPr>
          <a:lstStyle>
            <a:lvl1pPr indent="0" algn="r" defTabSz="914400">
              <a:lnSpc>
                <a:spcPct val="100000"/>
              </a:lnSpc>
              <a:buNone/>
              <a:defRPr b="0" lang="en-US" sz="1600" strike="noStrike" u="none">
                <a:solidFill>
                  <a:srgbClr val="1c7ddb"/>
                </a:solidFill>
                <a:uFillTx/>
                <a:latin typeface="Abadi"/>
              </a:defRPr>
            </a:lvl1pPr>
          </a:lstStyle>
          <a:p>
            <a:pPr indent="0" algn="r" defTabSz="914400">
              <a:lnSpc>
                <a:spcPct val="100000"/>
              </a:lnSpc>
              <a:buNone/>
            </a:pPr>
            <a:fld id="{19138145-7A46-4D22-B151-F41C8CB1CDF7}" type="slidenum">
              <a:rPr b="0" lang="en-US" sz="1600" strike="noStrike" u="none">
                <a:solidFill>
                  <a:srgbClr val="1c7ddb"/>
                </a:solidFill>
                <a:uFillTx/>
                <a:latin typeface="Abadi"/>
              </a:rPr>
              <a:t>1</a:t>
            </a:fld>
            <a:endParaRPr b="0" lang="pl-PL" sz="16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8"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2.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hyperlink" Target="https://github.com/matlewan/coursera-learning/blob/main/10-capstone-project/jupyter-labs-spacex-data-collection-api.ipynb" TargetMode="External"/><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hyperlink" Target="https://github.com/matlewan/coursera-learning/blob/main/10-capstone-project/jupyter-labs-webscraping.ipynb" TargetMode="External"/><Relationship Id="rId3"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hyperlink" Target="https://github.com/matlewan/coursera-learning/blob/main/10-capstone-project/labs-jupyter-spacex-Data%20wrangling.ipynb" TargetMode="External"/><Relationship Id="rId3"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0" name="TextBox 5"/>
          <p:cNvSpPr/>
          <p:nvPr/>
        </p:nvSpPr>
        <p:spPr>
          <a:xfrm>
            <a:off x="888480" y="4568760"/>
            <a:ext cx="2711520" cy="640440"/>
          </a:xfrm>
          <a:prstGeom prst="rect">
            <a:avLst/>
          </a:prstGeom>
          <a:noFill/>
          <a:ln w="0">
            <a:noFill/>
          </a:ln>
        </p:spPr>
        <p:style>
          <a:lnRef idx="0"/>
          <a:fillRef idx="0"/>
          <a:effectRef idx="0"/>
          <a:fontRef idx="minor"/>
        </p:style>
        <p:txBody>
          <a:bodyPr anchor="t">
            <a:spAutoFit/>
          </a:bodyPr>
          <a:p>
            <a:pPr defTabSz="914400">
              <a:lnSpc>
                <a:spcPct val="100000"/>
              </a:lnSpc>
            </a:pPr>
            <a:r>
              <a:rPr b="0" lang="en-US" sz="1800" strike="noStrike" u="none">
                <a:solidFill>
                  <a:schemeClr val="lt2"/>
                </a:solidFill>
                <a:uFillTx/>
                <a:latin typeface="Abadi"/>
                <a:ea typeface="SF Pro"/>
              </a:rPr>
              <a:t>Mateusz Lewandowski</a:t>
            </a:r>
            <a:endParaRPr b="0" lang="pl-PL" sz="1800" strike="noStrike" u="none">
              <a:solidFill>
                <a:srgbClr val="ffffff"/>
              </a:solidFill>
              <a:uFillTx/>
              <a:latin typeface="Arial"/>
            </a:endParaRPr>
          </a:p>
          <a:p>
            <a:pPr defTabSz="914400">
              <a:lnSpc>
                <a:spcPct val="100000"/>
              </a:lnSpc>
            </a:pPr>
            <a:r>
              <a:rPr b="0" lang="en-US" sz="1800" strike="noStrike" u="none">
                <a:solidFill>
                  <a:schemeClr val="lt2"/>
                </a:solidFill>
                <a:uFillTx/>
                <a:latin typeface="Abadi"/>
                <a:ea typeface="SF Pro"/>
              </a:rPr>
              <a:t>08/19/2025</a:t>
            </a:r>
            <a:endParaRPr b="0" lang="pl-PL" sz="1800" strike="noStrike" u="none">
              <a:solidFill>
                <a:srgbClr val="ffffff"/>
              </a:solidFill>
              <a:uFillTx/>
              <a:latin typeface="Arial"/>
            </a:endParaRPr>
          </a:p>
        </p:txBody>
      </p:sp>
      <p:pic>
        <p:nvPicPr>
          <p:cNvPr id="81" name="Picture 2" descr="IBM Skills Network Logo - Horizontal-noai copy.png"/>
          <p:cNvPicPr/>
          <p:nvPr/>
        </p:nvPicPr>
        <p:blipFill>
          <a:blip r:embed="rId2"/>
          <a:stretch/>
        </p:blipFill>
        <p:spPr>
          <a:xfrm>
            <a:off x="889920" y="676800"/>
            <a:ext cx="2103840" cy="628920"/>
          </a:xfrm>
          <a:prstGeom prst="rect">
            <a:avLst/>
          </a:prstGeom>
          <a:noFill/>
          <a:ln w="0">
            <a:noFill/>
          </a:ln>
        </p:spPr>
      </p:pic>
    </p:spTree>
  </p:cSld>
  <p:transition spd="slow">
    <p:push dir="u"/>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2" name="PlaceHolder 1"/>
          <p:cNvSpPr>
            <a:spLocks noGrp="1"/>
          </p:cNvSpPr>
          <p:nvPr>
            <p:ph type="sldNum" idx="37"/>
          </p:nvPr>
        </p:nvSpPr>
        <p:spPr>
          <a:xfrm>
            <a:off x="8714880" y="6025680"/>
            <a:ext cx="2742840" cy="401400"/>
          </a:xfrm>
          <a:prstGeom prst="rect">
            <a:avLst/>
          </a:prstGeom>
          <a:noFill/>
          <a:ln w="0">
            <a:noFill/>
          </a:ln>
        </p:spPr>
        <p:txBody>
          <a:bodyPr lIns="91440" rIns="91440" tIns="45720" bIns="45720" anchor="ctr">
            <a:normAutofit/>
          </a:bodyPr>
          <a:lstStyle>
            <a:lvl1pPr indent="0" algn="r" defTabSz="914400">
              <a:lnSpc>
                <a:spcPct val="100000"/>
              </a:lnSpc>
              <a:buNone/>
              <a:defRPr b="0" lang="en-US" sz="1600" strike="noStrike" u="none">
                <a:solidFill>
                  <a:srgbClr val="1c7ddb"/>
                </a:solidFill>
                <a:uFillTx/>
                <a:latin typeface="Abadi"/>
              </a:defRPr>
            </a:lvl1pPr>
          </a:lstStyle>
          <a:p>
            <a:pPr indent="0" algn="r" defTabSz="914400">
              <a:lnSpc>
                <a:spcPct val="100000"/>
              </a:lnSpc>
              <a:buNone/>
            </a:pPr>
            <a:fld id="{F2D2D74C-423F-4509-A227-5D693E1BDD5C}" type="slidenum">
              <a:rPr b="0" lang="en-US" sz="1600" strike="noStrike" u="none">
                <a:solidFill>
                  <a:srgbClr val="1c7ddb"/>
                </a:solidFill>
                <a:uFillTx/>
                <a:latin typeface="Abadi"/>
              </a:rPr>
              <a:t>2</a:t>
            </a:fld>
            <a:endParaRPr b="0" lang="pl-PL" sz="1600" strike="noStrike" u="none">
              <a:solidFill>
                <a:srgbClr val="000000"/>
              </a:solidFill>
              <a:uFillTx/>
              <a:latin typeface="Times New Roman"/>
            </a:endParaRPr>
          </a:p>
        </p:txBody>
      </p:sp>
      <p:sp>
        <p:nvSpPr>
          <p:cNvPr id="83" name="Content Placeholder 2"/>
          <p:cNvSpPr/>
          <p:nvPr/>
        </p:nvSpPr>
        <p:spPr>
          <a:xfrm>
            <a:off x="958680" y="2113200"/>
            <a:ext cx="5166720" cy="3320640"/>
          </a:xfrm>
          <a:prstGeom prst="rect">
            <a:avLst/>
          </a:prstGeom>
          <a:noFill/>
          <a:ln w="0">
            <a:noFill/>
          </a:ln>
        </p:spPr>
        <p:style>
          <a:lnRef idx="0"/>
          <a:fillRef idx="0"/>
          <a:effectRef idx="0"/>
          <a:fontRef idx="minor"/>
        </p:style>
        <p:txBody>
          <a:bodyPr anchor="t">
            <a:normAutofit/>
          </a:bodyPr>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Executive Summary</a:t>
            </a:r>
            <a:endParaRPr b="0" lang="pl-PL" sz="2200" strike="noStrike" u="none">
              <a:solidFill>
                <a:srgbClr val="000000"/>
              </a:solidFill>
              <a:uFillTx/>
              <a:latin typeface="Arial"/>
            </a:endParaRPr>
          </a:p>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Introduction</a:t>
            </a:r>
            <a:endParaRPr b="0" lang="pl-PL" sz="2200" strike="noStrike" u="none">
              <a:solidFill>
                <a:srgbClr val="000000"/>
              </a:solidFill>
              <a:uFillTx/>
              <a:latin typeface="Arial"/>
            </a:endParaRPr>
          </a:p>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Methodology</a:t>
            </a:r>
            <a:endParaRPr b="0" lang="pl-PL" sz="2200" strike="noStrike" u="none">
              <a:solidFill>
                <a:srgbClr val="000000"/>
              </a:solidFill>
              <a:uFillTx/>
              <a:latin typeface="Arial"/>
            </a:endParaRPr>
          </a:p>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Results</a:t>
            </a:r>
            <a:endParaRPr b="0" lang="pl-PL" sz="2200" strike="noStrike" u="none">
              <a:solidFill>
                <a:srgbClr val="000000"/>
              </a:solidFill>
              <a:uFillTx/>
              <a:latin typeface="Arial"/>
            </a:endParaRPr>
          </a:p>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Conclusion</a:t>
            </a:r>
            <a:endParaRPr b="0" lang="pl-PL" sz="2200" strike="noStrike" u="none">
              <a:solidFill>
                <a:srgbClr val="000000"/>
              </a:solidFill>
              <a:uFillTx/>
              <a:latin typeface="Arial"/>
            </a:endParaRPr>
          </a:p>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Appendix</a:t>
            </a:r>
            <a:endParaRPr b="0" lang="pl-PL" sz="2200" strike="noStrike" u="none">
              <a:solidFill>
                <a:srgbClr val="000000"/>
              </a:solidFill>
              <a:uFillTx/>
              <a:latin typeface="Arial"/>
            </a:endParaRPr>
          </a:p>
        </p:txBody>
      </p:sp>
      <p:sp>
        <p:nvSpPr>
          <p:cNvPr id="84"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Outline</a:t>
            </a:r>
            <a:endParaRPr b="0" lang="pl-PL" sz="4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5" name="PlaceHolder 1"/>
          <p:cNvSpPr>
            <a:spLocks noGrp="1"/>
          </p:cNvSpPr>
          <p:nvPr>
            <p:ph type="sldNum" idx="38"/>
          </p:nvPr>
        </p:nvSpPr>
        <p:spPr>
          <a:xfrm>
            <a:off x="8714880" y="6025680"/>
            <a:ext cx="2742840" cy="401400"/>
          </a:xfrm>
          <a:prstGeom prst="rect">
            <a:avLst/>
          </a:prstGeom>
          <a:noFill/>
          <a:ln w="0">
            <a:noFill/>
          </a:ln>
        </p:spPr>
        <p:txBody>
          <a:bodyPr lIns="91440" rIns="91440" tIns="45720" bIns="45720" anchor="ctr">
            <a:normAutofit/>
          </a:bodyPr>
          <a:lstStyle>
            <a:lvl1pPr indent="0" algn="r" defTabSz="914400">
              <a:lnSpc>
                <a:spcPct val="100000"/>
              </a:lnSpc>
              <a:spcAft>
                <a:spcPts val="601"/>
              </a:spcAft>
              <a:buNone/>
              <a:defRPr b="0" lang="en-US" sz="1600" strike="noStrike" u="none">
                <a:solidFill>
                  <a:srgbClr val="1c7ddb"/>
                </a:solidFill>
                <a:uFillTx/>
                <a:latin typeface="Abadi"/>
              </a:defRPr>
            </a:lvl1pPr>
          </a:lstStyle>
          <a:p>
            <a:pPr indent="0" algn="r" defTabSz="914400">
              <a:lnSpc>
                <a:spcPct val="100000"/>
              </a:lnSpc>
              <a:spcAft>
                <a:spcPts val="601"/>
              </a:spcAft>
              <a:buNone/>
            </a:pPr>
            <a:fld id="{888C1651-23DC-4A6A-99CE-4AA3CE8D68FE}" type="slidenum">
              <a:rPr b="0" lang="en-US" sz="1600" strike="noStrike" u="none">
                <a:solidFill>
                  <a:srgbClr val="1c7ddb"/>
                </a:solidFill>
                <a:uFillTx/>
                <a:latin typeface="Abadi"/>
              </a:rPr>
              <a:t>3</a:t>
            </a:fld>
            <a:endParaRPr b="0" lang="pl-PL" sz="1600" strike="noStrike" u="none">
              <a:solidFill>
                <a:srgbClr val="000000"/>
              </a:solidFill>
              <a:uFillTx/>
              <a:latin typeface="Times New Roman"/>
            </a:endParaRPr>
          </a:p>
        </p:txBody>
      </p:sp>
      <p:sp>
        <p:nvSpPr>
          <p:cNvPr id="86" name="Content Placeholder 2"/>
          <p:cNvSpPr/>
          <p:nvPr/>
        </p:nvSpPr>
        <p:spPr>
          <a:xfrm>
            <a:off x="959040" y="2684880"/>
            <a:ext cx="10380960" cy="2715120"/>
          </a:xfrm>
          <a:prstGeom prst="rect">
            <a:avLst/>
          </a:prstGeom>
          <a:noFill/>
          <a:ln w="0">
            <a:noFill/>
          </a:ln>
        </p:spPr>
        <p:style>
          <a:lnRef idx="0"/>
          <a:fillRef idx="0"/>
          <a:effectRef idx="0"/>
          <a:fontRef idx="minor"/>
        </p:style>
        <p:txBody>
          <a:bodyPr anchor="t">
            <a:normAutofit/>
          </a:bodyPr>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This project analyzes SpaceX launch data to identify factors affecting mission success. Using SQL for data extraction, data preprocessing, feature engineering, and data visualization, we uncover key patterns and build machine learning models.</a:t>
            </a:r>
            <a:endParaRPr b="0" lang="pl-PL" sz="2200" strike="noStrike" u="none">
              <a:solidFill>
                <a:srgbClr val="000000"/>
              </a:solidFill>
              <a:uFillTx/>
              <a:latin typeface="Arial"/>
            </a:endParaRPr>
          </a:p>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The results highlight the most important drivers of launch outcomes and provide actionable insights for mission planning and risk management.</a:t>
            </a:r>
            <a:endParaRPr b="0" lang="pl-PL" sz="2200" strike="noStrike" u="none">
              <a:solidFill>
                <a:srgbClr val="000000"/>
              </a:solidFill>
              <a:uFillTx/>
              <a:latin typeface="Arial"/>
            </a:endParaRPr>
          </a:p>
        </p:txBody>
      </p:sp>
      <p:sp>
        <p:nvSpPr>
          <p:cNvPr id="87"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Executive Summary</a:t>
            </a:r>
            <a:endParaRPr b="0" lang="pl-PL" sz="4000" strike="noStrike" u="none">
              <a:solidFill>
                <a:srgbClr val="000000"/>
              </a:solidFill>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8" name="PlaceHolder 1"/>
          <p:cNvSpPr>
            <a:spLocks noGrp="1"/>
          </p:cNvSpPr>
          <p:nvPr>
            <p:ph type="sldNum" idx="39"/>
          </p:nvPr>
        </p:nvSpPr>
        <p:spPr>
          <a:xfrm>
            <a:off x="8714880" y="6025680"/>
            <a:ext cx="2742840" cy="401400"/>
          </a:xfrm>
          <a:prstGeom prst="rect">
            <a:avLst/>
          </a:prstGeom>
          <a:noFill/>
          <a:ln w="0">
            <a:noFill/>
          </a:ln>
        </p:spPr>
        <p:txBody>
          <a:bodyPr lIns="91440" rIns="91440" tIns="45720" bIns="45720" anchor="ctr">
            <a:normAutofit/>
          </a:bodyPr>
          <a:lstStyle>
            <a:lvl1pPr indent="0" algn="r" defTabSz="914400">
              <a:lnSpc>
                <a:spcPct val="100000"/>
              </a:lnSpc>
              <a:spcAft>
                <a:spcPts val="601"/>
              </a:spcAft>
              <a:buNone/>
              <a:defRPr b="0" lang="en-US" sz="1600" strike="noStrike" u="none">
                <a:solidFill>
                  <a:srgbClr val="1c7ddb"/>
                </a:solidFill>
                <a:uFillTx/>
                <a:latin typeface="Abadi"/>
              </a:defRPr>
            </a:lvl1pPr>
          </a:lstStyle>
          <a:p>
            <a:pPr indent="0" algn="r" defTabSz="914400">
              <a:lnSpc>
                <a:spcPct val="100000"/>
              </a:lnSpc>
              <a:spcAft>
                <a:spcPts val="601"/>
              </a:spcAft>
              <a:buNone/>
            </a:pPr>
            <a:fld id="{B805ECCB-C7D2-4228-85E9-4D09D343B1B3}" type="slidenum">
              <a:rPr b="0" lang="en-US" sz="1600" strike="noStrike" u="none">
                <a:solidFill>
                  <a:srgbClr val="1c7ddb"/>
                </a:solidFill>
                <a:uFillTx/>
                <a:latin typeface="Abadi"/>
              </a:rPr>
              <a:t>4</a:t>
            </a:fld>
            <a:endParaRPr b="0" lang="pl-PL" sz="1600" strike="noStrike" u="none">
              <a:solidFill>
                <a:srgbClr val="000000"/>
              </a:solidFill>
              <a:uFillTx/>
              <a:latin typeface="Times New Roman"/>
            </a:endParaRPr>
          </a:p>
        </p:txBody>
      </p:sp>
      <p:sp>
        <p:nvSpPr>
          <p:cNvPr id="89" name="Title 1"/>
          <p:cNvSpPr/>
          <p:nvPr/>
        </p:nvSpPr>
        <p:spPr>
          <a:xfrm>
            <a:off x="828000" y="538560"/>
            <a:ext cx="105296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Introduction</a:t>
            </a:r>
            <a:endParaRPr b="0" lang="pl-PL" sz="4000" strike="noStrike" u="none">
              <a:solidFill>
                <a:srgbClr val="000000"/>
              </a:solidFill>
              <a:uFillTx/>
              <a:latin typeface="Arial"/>
            </a:endParaRPr>
          </a:p>
        </p:txBody>
      </p:sp>
      <p:sp>
        <p:nvSpPr>
          <p:cNvPr id="90" name=""/>
          <p:cNvSpPr txBox="1"/>
          <p:nvPr/>
        </p:nvSpPr>
        <p:spPr>
          <a:xfrm>
            <a:off x="812520" y="1800000"/>
            <a:ext cx="10131480" cy="4140000"/>
          </a:xfrm>
          <a:prstGeom prst="rect">
            <a:avLst/>
          </a:prstGeom>
          <a:noFill/>
          <a:ln w="0">
            <a:noFill/>
          </a:ln>
        </p:spPr>
        <p:txBody>
          <a:bodyPr lIns="90000" rIns="90000" tIns="45000" bIns="45000" anchor="t">
            <a:noAutofit/>
          </a:bodyPr>
          <a:p>
            <a:r>
              <a:rPr b="0" lang="pl-PL" sz="1800" strike="noStrike" u="none">
                <a:solidFill>
                  <a:srgbClr val="000000"/>
                </a:solidFill>
                <a:uFillTx/>
                <a:latin typeface="Abadi"/>
              </a:rPr>
              <a:t>SpaceX has revolutionized space exploration by developing reusable rockets and reducing launch costs. Understanding the factors that influence the success of launches is critical for mission planning, risk management, and continuous improvement of rocket technology. By analyzing historical launch data, we can identify patterns and insights that help improve future mission outcomes.</a:t>
            </a:r>
            <a:endParaRPr b="0" lang="pl-PL" sz="1800" strike="noStrike" u="none">
              <a:solidFill>
                <a:srgbClr val="000000"/>
              </a:solidFill>
              <a:uFillTx/>
              <a:latin typeface="Abadi"/>
            </a:endParaRPr>
          </a:p>
          <a:p>
            <a:endParaRPr b="0" lang="pl-PL" sz="1800" strike="noStrike" u="none">
              <a:solidFill>
                <a:srgbClr val="000000"/>
              </a:solidFill>
              <a:uFillTx/>
              <a:latin typeface="Abadi"/>
            </a:endParaRPr>
          </a:p>
          <a:p>
            <a:r>
              <a:rPr b="0" lang="pl-PL" sz="1800" strike="noStrike" u="none">
                <a:solidFill>
                  <a:srgbClr val="000000"/>
                </a:solidFill>
                <a:uFillTx/>
                <a:latin typeface="Abadi"/>
              </a:rPr>
              <a:t>Problems We Want to Find Answers To:</a:t>
            </a:r>
            <a:endParaRPr b="0" lang="pl-PL" sz="1800" strike="noStrike" u="none">
              <a:solidFill>
                <a:srgbClr val="000000"/>
              </a:solidFill>
              <a:uFillTx/>
              <a:latin typeface="Abadi"/>
            </a:endParaRPr>
          </a:p>
          <a:p>
            <a:pPr marL="216000" indent="-216000">
              <a:buClr>
                <a:srgbClr val="000000"/>
              </a:buClr>
              <a:buSzPct val="45000"/>
              <a:buFont typeface="Wingdings" charset="2"/>
              <a:buChar char=""/>
            </a:pPr>
            <a:r>
              <a:rPr b="0" lang="pl-PL" sz="1800" strike="noStrike" u="none">
                <a:solidFill>
                  <a:srgbClr val="000000"/>
                </a:solidFill>
                <a:uFillTx/>
                <a:latin typeface="Abadi"/>
              </a:rPr>
              <a:t>Which factors most strongly influence the success or failure of a SpaceX launch?</a:t>
            </a:r>
            <a:endParaRPr b="0" lang="pl-PL" sz="1800" strike="noStrike" u="none">
              <a:solidFill>
                <a:srgbClr val="000000"/>
              </a:solidFill>
              <a:uFillTx/>
              <a:latin typeface="Abadi"/>
            </a:endParaRPr>
          </a:p>
          <a:p>
            <a:pPr marL="216000" indent="-216000">
              <a:buClr>
                <a:srgbClr val="000000"/>
              </a:buClr>
              <a:buSzPct val="45000"/>
              <a:buFont typeface="Wingdings" charset="2"/>
              <a:buChar char=""/>
            </a:pPr>
            <a:r>
              <a:rPr b="0" lang="pl-PL" sz="1800" strike="noStrike" u="none">
                <a:solidFill>
                  <a:srgbClr val="000000"/>
                </a:solidFill>
                <a:uFillTx/>
                <a:latin typeface="Abadi"/>
              </a:rPr>
              <a:t>Can we predict the outcome of a launch based on available data?</a:t>
            </a:r>
            <a:endParaRPr b="0" lang="pl-PL" sz="1800" strike="noStrike" u="none">
              <a:solidFill>
                <a:srgbClr val="000000"/>
              </a:solidFill>
              <a:uFillTx/>
              <a:latin typeface="Abadi"/>
            </a:endParaRPr>
          </a:p>
          <a:p>
            <a:pPr marL="216000" indent="-216000">
              <a:buClr>
                <a:srgbClr val="000000"/>
              </a:buClr>
              <a:buSzPct val="45000"/>
              <a:buFont typeface="Wingdings" charset="2"/>
              <a:buChar char=""/>
            </a:pPr>
            <a:r>
              <a:rPr b="0" lang="pl-PL" sz="1800" strike="noStrike" u="none">
                <a:solidFill>
                  <a:srgbClr val="000000"/>
                </a:solidFill>
                <a:uFillTx/>
                <a:latin typeface="Abadi"/>
              </a:rPr>
              <a:t>How can data-driven insights help optimize mission planning and reduce risk?</a:t>
            </a:r>
            <a:endParaRPr b="0" lang="pl-PL" sz="1800" strike="noStrike" u="none">
              <a:solidFill>
                <a:srgbClr val="000000"/>
              </a:solidFill>
              <a:uFillTx/>
              <a:latin typeface="Abadi"/>
            </a:endParaRPr>
          </a:p>
          <a:p>
            <a:pPr marL="216000" indent="-216000">
              <a:buClr>
                <a:srgbClr val="000000"/>
              </a:buClr>
              <a:buSzPct val="45000"/>
              <a:buFont typeface="Wingdings" charset="2"/>
              <a:buChar char=""/>
            </a:pPr>
            <a:r>
              <a:rPr b="0" lang="pl-PL" sz="1800" strike="noStrike" u="none">
                <a:solidFill>
                  <a:srgbClr val="000000"/>
                </a:solidFill>
                <a:uFillTx/>
                <a:latin typeface="Abadi"/>
              </a:rPr>
              <a:t>Are there trends or patterns in launch outcomes over time or by rocket type?</a:t>
            </a:r>
            <a:endParaRPr b="0" lang="pl-PL" sz="1800" strike="noStrike" u="none">
              <a:solidFill>
                <a:srgbClr val="000000"/>
              </a:solidFill>
              <a:uFillTx/>
              <a:latin typeface="Abad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1" name="PlaceHolder 1"/>
          <p:cNvSpPr>
            <a:spLocks noGrp="1"/>
          </p:cNvSpPr>
          <p:nvPr>
            <p:ph type="sldNum" idx="40"/>
          </p:nvPr>
        </p:nvSpPr>
        <p:spPr>
          <a:xfrm>
            <a:off x="944892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600" strike="noStrike" u="none">
                <a:solidFill>
                  <a:srgbClr val="1c7ddb"/>
                </a:solidFill>
                <a:uFillTx/>
                <a:latin typeface="Abadi"/>
              </a:defRPr>
            </a:lvl1pPr>
          </a:lstStyle>
          <a:p>
            <a:pPr indent="0" algn="r" defTabSz="914400">
              <a:lnSpc>
                <a:spcPct val="100000"/>
              </a:lnSpc>
              <a:buNone/>
            </a:pPr>
            <a:fld id="{03A48DF3-67DF-468A-86DC-80C9BD4CA75C}" type="slidenum">
              <a:rPr b="0" lang="en-US" sz="1600" strike="noStrike" u="none">
                <a:solidFill>
                  <a:srgbClr val="1c7ddb"/>
                </a:solidFill>
                <a:uFillTx/>
                <a:latin typeface="Abadi"/>
              </a:rPr>
              <a:t>4</a:t>
            </a:fld>
            <a:endParaRPr b="0" lang="pl-PL" sz="1600" strike="noStrike" u="none">
              <a:solidFill>
                <a:srgbClr val="ffffff"/>
              </a:solidFill>
              <a:uFillTx/>
              <a:latin typeface="Times New Roman"/>
            </a:endParaRPr>
          </a:p>
        </p:txBody>
      </p:sp>
      <p:sp>
        <p:nvSpPr>
          <p:cNvPr id="92" name="TextBox 1"/>
          <p:cNvSpPr/>
          <p:nvPr/>
        </p:nvSpPr>
        <p:spPr>
          <a:xfrm>
            <a:off x="778320" y="2812680"/>
            <a:ext cx="1032120" cy="363960"/>
          </a:xfrm>
          <a:prstGeom prst="rect">
            <a:avLst/>
          </a:prstGeom>
          <a:solidFill>
            <a:srgbClr val="0948cb"/>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trike="noStrike" u="none">
                <a:solidFill>
                  <a:schemeClr val="lt1"/>
                </a:solidFill>
                <a:uFillTx/>
                <a:latin typeface="Calibri"/>
              </a:rPr>
              <a:t>Section 1</a:t>
            </a:r>
            <a:endParaRPr b="0" lang="pl-PL" sz="18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3" name="Content Placeholder 2"/>
          <p:cNvSpPr/>
          <p:nvPr/>
        </p:nvSpPr>
        <p:spPr>
          <a:xfrm>
            <a:off x="770040" y="1580760"/>
            <a:ext cx="10104480" cy="5211360"/>
          </a:xfrm>
          <a:prstGeom prst="rect">
            <a:avLst/>
          </a:prstGeom>
          <a:noFill/>
          <a:ln w="0">
            <a:noFill/>
          </a:ln>
        </p:spPr>
        <p:style>
          <a:lnRef idx="0"/>
          <a:fillRef idx="0"/>
          <a:effectRef idx="0"/>
          <a:fontRef idx="minor"/>
        </p:style>
        <p:txBody>
          <a:bodyPr anchor="t">
            <a:normAutofit/>
          </a:bodyPr>
          <a:p>
            <a:pPr marL="216000" indent="-216000" defTabSz="914400">
              <a:lnSpc>
                <a:spcPct val="120000"/>
              </a:lnSpc>
              <a:spcBef>
                <a:spcPts val="1400"/>
              </a:spcBef>
              <a:buClr>
                <a:srgbClr val="000000"/>
              </a:buClr>
              <a:buSzPct val="45000"/>
              <a:buFont typeface="Wingdings" charset="2"/>
              <a:buChar char=""/>
              <a:tabLst>
                <a:tab algn="l" pos="0"/>
              </a:tabLst>
            </a:pPr>
            <a:r>
              <a:rPr b="0" lang="pl-PL" sz="1800" strike="noStrike" u="none">
                <a:solidFill>
                  <a:srgbClr val="000000"/>
                </a:solidFill>
                <a:uFillTx/>
                <a:latin typeface="Abadi"/>
              </a:rPr>
              <a:t>Executive Summary</a:t>
            </a:r>
            <a:endParaRPr b="0" lang="pl-PL" sz="1800" strike="noStrike" u="none">
              <a:solidFill>
                <a:srgbClr val="000000"/>
              </a:solidFill>
              <a:uFillTx/>
              <a:latin typeface="Abadi"/>
            </a:endParaRPr>
          </a:p>
          <a:p>
            <a:pPr marL="216000" indent="-216000" defTabSz="914400">
              <a:lnSpc>
                <a:spcPct val="120000"/>
              </a:lnSpc>
              <a:spcBef>
                <a:spcPts val="1400"/>
              </a:spcBef>
              <a:buClr>
                <a:srgbClr val="000000"/>
              </a:buClr>
              <a:buSzPct val="45000"/>
              <a:buFont typeface="Wingdings" charset="2"/>
              <a:buChar char=""/>
              <a:tabLst>
                <a:tab algn="l" pos="0"/>
              </a:tabLst>
            </a:pPr>
            <a:r>
              <a:rPr b="0" lang="pl-PL" sz="1800" strike="noStrike" u="none">
                <a:solidFill>
                  <a:srgbClr val="000000"/>
                </a:solidFill>
                <a:uFillTx/>
                <a:latin typeface="Abadi"/>
              </a:rPr>
              <a:t>Data collection methodology:</a:t>
            </a:r>
            <a:br>
              <a:rPr sz="1800"/>
            </a:br>
            <a:r>
              <a:rPr b="0" lang="pl-PL" sz="1800" strike="noStrike" u="none">
                <a:solidFill>
                  <a:srgbClr val="000000"/>
                </a:solidFill>
                <a:uFillTx/>
                <a:latin typeface="Abadi"/>
              </a:rPr>
              <a:t>Data was collected from CSV file available in IBM Cloud Platform</a:t>
            </a:r>
            <a:endParaRPr b="0" lang="pl-PL" sz="1800" strike="noStrike" u="none">
              <a:solidFill>
                <a:srgbClr val="000000"/>
              </a:solidFill>
              <a:uFillTx/>
              <a:latin typeface="Abadi"/>
            </a:endParaRPr>
          </a:p>
          <a:p>
            <a:pPr marL="216000" indent="-216000" defTabSz="914400">
              <a:lnSpc>
                <a:spcPct val="120000"/>
              </a:lnSpc>
              <a:spcBef>
                <a:spcPts val="1400"/>
              </a:spcBef>
              <a:buClr>
                <a:srgbClr val="000000"/>
              </a:buClr>
              <a:buSzPct val="45000"/>
              <a:buFont typeface="Wingdings" charset="2"/>
              <a:buChar char=""/>
              <a:tabLst>
                <a:tab algn="l" pos="0"/>
              </a:tabLst>
            </a:pPr>
            <a:r>
              <a:rPr b="0" lang="pl-PL" sz="1800" strike="noStrike" u="none">
                <a:solidFill>
                  <a:srgbClr val="000000"/>
                </a:solidFill>
                <a:uFillTx/>
                <a:latin typeface="Abadi"/>
              </a:rPr>
              <a:t>Perform data wrangling</a:t>
            </a:r>
            <a:br>
              <a:rPr sz="1800"/>
            </a:br>
            <a:r>
              <a:rPr b="0" lang="pl-PL" sz="1800" strike="noStrike" u="none">
                <a:solidFill>
                  <a:srgbClr val="000000"/>
                </a:solidFill>
                <a:uFillTx/>
                <a:latin typeface="Abadi"/>
              </a:rPr>
              <a:t>The data was cleaned, encoded, and scaled, with SQL used for extraction and visualization applied to identify patterns before modeling.</a:t>
            </a:r>
            <a:endParaRPr b="0" lang="pl-PL" sz="1800" strike="noStrike" u="none">
              <a:solidFill>
                <a:srgbClr val="000000"/>
              </a:solidFill>
              <a:uFillTx/>
              <a:latin typeface="Abadi"/>
            </a:endParaRPr>
          </a:p>
          <a:p>
            <a:pPr marL="216000" indent="-216000" defTabSz="914400">
              <a:lnSpc>
                <a:spcPct val="120000"/>
              </a:lnSpc>
              <a:spcBef>
                <a:spcPts val="1400"/>
              </a:spcBef>
              <a:buClr>
                <a:srgbClr val="000000"/>
              </a:buClr>
              <a:buSzPct val="45000"/>
              <a:buFont typeface="Wingdings" charset="2"/>
              <a:buChar char=""/>
              <a:tabLst>
                <a:tab algn="l" pos="0"/>
              </a:tabLst>
            </a:pPr>
            <a:r>
              <a:rPr b="0" lang="pl-PL" sz="1800" strike="noStrike" u="none">
                <a:solidFill>
                  <a:srgbClr val="000000"/>
                </a:solidFill>
                <a:uFillTx/>
                <a:latin typeface="Abadi"/>
              </a:rPr>
              <a:t>Perform exploratory data analysis (EDA) using visualization and SQL</a:t>
            </a:r>
            <a:endParaRPr b="0" lang="pl-PL" sz="1800" strike="noStrike" u="none">
              <a:solidFill>
                <a:srgbClr val="000000"/>
              </a:solidFill>
              <a:uFillTx/>
              <a:latin typeface="Abadi"/>
            </a:endParaRPr>
          </a:p>
          <a:p>
            <a:pPr marL="216000" indent="-216000" defTabSz="914400">
              <a:lnSpc>
                <a:spcPct val="120000"/>
              </a:lnSpc>
              <a:spcBef>
                <a:spcPts val="1400"/>
              </a:spcBef>
              <a:buClr>
                <a:srgbClr val="000000"/>
              </a:buClr>
              <a:buSzPct val="45000"/>
              <a:buFont typeface="Wingdings" charset="2"/>
              <a:buChar char=""/>
              <a:tabLst>
                <a:tab algn="l" pos="0"/>
              </a:tabLst>
            </a:pPr>
            <a:r>
              <a:rPr b="0" lang="pl-PL" sz="1800" strike="noStrike" u="none">
                <a:solidFill>
                  <a:srgbClr val="000000"/>
                </a:solidFill>
                <a:uFillTx/>
                <a:latin typeface="Abadi"/>
              </a:rPr>
              <a:t>Perform interactive visual analytics using Folium and Plotly Dash</a:t>
            </a:r>
            <a:endParaRPr b="0" lang="pl-PL" sz="1800" strike="noStrike" u="none">
              <a:solidFill>
                <a:srgbClr val="000000"/>
              </a:solidFill>
              <a:uFillTx/>
              <a:latin typeface="Abadi"/>
            </a:endParaRPr>
          </a:p>
          <a:p>
            <a:pPr marL="216000" indent="-216000" defTabSz="914400">
              <a:lnSpc>
                <a:spcPct val="120000"/>
              </a:lnSpc>
              <a:spcBef>
                <a:spcPts val="1400"/>
              </a:spcBef>
              <a:buClr>
                <a:srgbClr val="000000"/>
              </a:buClr>
              <a:buSzPct val="45000"/>
              <a:buFont typeface="Wingdings" charset="2"/>
              <a:buChar char=""/>
              <a:tabLst>
                <a:tab algn="l" pos="0"/>
              </a:tabLst>
            </a:pPr>
            <a:r>
              <a:rPr b="0" lang="pl-PL" sz="1800" strike="noStrike" u="none">
                <a:solidFill>
                  <a:srgbClr val="000000"/>
                </a:solidFill>
                <a:uFillTx/>
                <a:latin typeface="Abadi"/>
              </a:rPr>
              <a:t>Perform predictive analysis using classification models</a:t>
            </a:r>
            <a:br>
              <a:rPr sz="1800"/>
            </a:br>
            <a:r>
              <a:rPr b="0" lang="pl-PL" sz="1800" strike="noStrike" u="none">
                <a:solidFill>
                  <a:srgbClr val="000000"/>
                </a:solidFill>
                <a:uFillTx/>
                <a:latin typeface="Abadi"/>
              </a:rPr>
              <a:t>Build classification models by selecting features and algorithms, tune hyperparameters with cross-validation, and evaluate performance using accuracy.</a:t>
            </a:r>
            <a:endParaRPr b="0" lang="pl-PL" sz="1800" strike="noStrike" u="none">
              <a:solidFill>
                <a:srgbClr val="000000"/>
              </a:solidFill>
              <a:uFillTx/>
              <a:latin typeface="Abadi"/>
            </a:endParaRPr>
          </a:p>
        </p:txBody>
      </p:sp>
      <p:sp>
        <p:nvSpPr>
          <p:cNvPr id="94"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Methodology</a:t>
            </a:r>
            <a:endParaRPr b="0" lang="pl-PL" sz="4000" strike="noStrike" u="none">
              <a:solidFill>
                <a:srgbClr val="000000"/>
              </a:solidFill>
              <a:uFillTx/>
              <a:latin typeface="Arial"/>
            </a:endParaRPr>
          </a:p>
        </p:txBody>
      </p:sp>
      <p:sp>
        <p:nvSpPr>
          <p:cNvPr id="2" name="PlaceHolder 1"/>
          <p:cNvSpPr>
            <a:spLocks noGrp="1"/>
          </p:cNvSpPr>
          <p:nvPr>
            <p:ph type="sldNum" idx="1"/>
          </p:nvPr>
        </p:nvSpPr>
        <p:spPr/>
        <p:txBody>
          <a:bodyPr/>
          <a:p>
            <a:fld id="{CECD28FD-D32D-4A1A-B9B1-5C454F19604A}"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5" name="PlaceHolder 1"/>
          <p:cNvSpPr>
            <a:spLocks noGrp="1"/>
          </p:cNvSpPr>
          <p:nvPr>
            <p:ph/>
          </p:nvPr>
        </p:nvSpPr>
        <p:spPr>
          <a:xfrm>
            <a:off x="770040" y="1825560"/>
            <a:ext cx="10515240" cy="1054440"/>
          </a:xfrm>
          <a:prstGeom prst="rect">
            <a:avLst/>
          </a:prstGeom>
          <a:noFill/>
          <a:ln w="0">
            <a:noFill/>
          </a:ln>
        </p:spPr>
        <p:txBody>
          <a:bodyPr lIns="90000" rIns="90000" tIns="45000" bIns="45000" anchor="t">
            <a:no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Data was downloaded from CSV file with pandas library. CSV file was available in IBM platform Cloud, initially provided by SpaceX company (shared publicly).</a:t>
            </a:r>
            <a:endParaRPr b="0" lang="en-US" sz="2200" strike="noStrike" u="none">
              <a:solidFill>
                <a:schemeClr val="dk1"/>
              </a:solidFill>
              <a:uFillTx/>
              <a:latin typeface="Calibri"/>
            </a:endParaRPr>
          </a:p>
          <a:p>
            <a:pPr indent="0" defTabSz="914400">
              <a:lnSpc>
                <a:spcPct val="100000"/>
              </a:lnSpc>
              <a:buNone/>
              <a:tabLst>
                <a:tab algn="l" pos="0"/>
              </a:tabLst>
            </a:pPr>
            <a:endParaRPr b="0" lang="en-US" sz="1800" strike="noStrike" u="none">
              <a:solidFill>
                <a:schemeClr val="dk1"/>
              </a:solidFill>
              <a:uFillTx/>
              <a:latin typeface="Calibri"/>
            </a:endParaRPr>
          </a:p>
        </p:txBody>
      </p:sp>
      <p:sp>
        <p:nvSpPr>
          <p:cNvPr id="96"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Data Collection</a:t>
            </a:r>
            <a:endParaRPr b="0" lang="pl-PL" sz="4000" strike="noStrike" u="none">
              <a:solidFill>
                <a:srgbClr val="000000"/>
              </a:solidFill>
              <a:uFillTx/>
              <a:latin typeface="Arial"/>
            </a:endParaRPr>
          </a:p>
        </p:txBody>
      </p:sp>
      <p:pic>
        <p:nvPicPr>
          <p:cNvPr id="97" name="" descr=""/>
          <p:cNvPicPr/>
          <p:nvPr/>
        </p:nvPicPr>
        <p:blipFill>
          <a:blip r:embed="rId2"/>
          <a:stretch/>
        </p:blipFill>
        <p:spPr>
          <a:xfrm>
            <a:off x="1458360" y="3240000"/>
            <a:ext cx="8981640" cy="2047680"/>
          </a:xfrm>
          <a:prstGeom prst="rect">
            <a:avLst/>
          </a:prstGeom>
          <a:noFill/>
          <a:ln w="0">
            <a:noFill/>
          </a:ln>
        </p:spPr>
      </p:pic>
      <p:sp>
        <p:nvSpPr>
          <p:cNvPr id="3" name="PlaceHolder 2"/>
          <p:cNvSpPr>
            <a:spLocks noGrp="1"/>
          </p:cNvSpPr>
          <p:nvPr>
            <p:ph type="sldNum" idx="1"/>
          </p:nvPr>
        </p:nvSpPr>
        <p:spPr/>
        <p:txBody>
          <a:bodyPr/>
          <a:p>
            <a:fld id="{946A8ED2-16DD-4B9D-97DA-E049C6681DC7}"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8"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Data Collection – SpaceX API</a:t>
            </a:r>
            <a:endParaRPr b="0" lang="pl-PL" sz="4000" strike="noStrike" u="none">
              <a:solidFill>
                <a:srgbClr val="000000"/>
              </a:solidFill>
              <a:uFillTx/>
              <a:latin typeface="Arial"/>
            </a:endParaRPr>
          </a:p>
        </p:txBody>
      </p:sp>
      <p:sp>
        <p:nvSpPr>
          <p:cNvPr id="99" name=""/>
          <p:cNvSpPr/>
          <p:nvPr/>
        </p:nvSpPr>
        <p:spPr>
          <a:xfrm>
            <a:off x="3240000" y="1584000"/>
            <a:ext cx="5220000" cy="72000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pl-PL" sz="1800" strike="noStrike" u="none">
                <a:solidFill>
                  <a:srgbClr val="000000"/>
                </a:solidFill>
                <a:uFillTx/>
                <a:latin typeface="Abadi"/>
              </a:rPr>
              <a:t>Make GET request https://api.spacexdata.com/v4/launches/past</a:t>
            </a:r>
            <a:endParaRPr b="0" lang="pl-PL" sz="1800" strike="noStrike" u="none">
              <a:solidFill>
                <a:srgbClr val="000000"/>
              </a:solidFill>
              <a:uFillTx/>
              <a:latin typeface="Arial"/>
            </a:endParaRPr>
          </a:p>
        </p:txBody>
      </p:sp>
      <p:sp>
        <p:nvSpPr>
          <p:cNvPr id="100" name=""/>
          <p:cNvSpPr/>
          <p:nvPr/>
        </p:nvSpPr>
        <p:spPr>
          <a:xfrm>
            <a:off x="3240000" y="3024000"/>
            <a:ext cx="5220000" cy="72000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pl-PL" sz="1800" strike="noStrike" u="none">
                <a:solidFill>
                  <a:srgbClr val="000000"/>
                </a:solidFill>
                <a:uFillTx/>
                <a:latin typeface="Abadi"/>
              </a:rPr>
              <a:t>Receive JSON response with launch data</a:t>
            </a:r>
            <a:endParaRPr b="0" lang="pl-PL" sz="1800" strike="noStrike" u="none">
              <a:solidFill>
                <a:srgbClr val="000000"/>
              </a:solidFill>
              <a:uFillTx/>
              <a:latin typeface="Abadi"/>
            </a:endParaRPr>
          </a:p>
        </p:txBody>
      </p:sp>
      <p:sp>
        <p:nvSpPr>
          <p:cNvPr id="101" name=""/>
          <p:cNvSpPr/>
          <p:nvPr/>
        </p:nvSpPr>
        <p:spPr>
          <a:xfrm>
            <a:off x="3240000" y="4464000"/>
            <a:ext cx="5220000" cy="72000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pl-PL" sz="1800" strike="noStrike" u="none">
                <a:solidFill>
                  <a:srgbClr val="000000"/>
                </a:solidFill>
                <a:uFillTx/>
                <a:latin typeface="Abadi"/>
              </a:rPr>
              <a:t>Parse JSON and store in DataFrame</a:t>
            </a:r>
            <a:endParaRPr b="0" lang="pl-PL" sz="1800" strike="noStrike" u="none">
              <a:solidFill>
                <a:srgbClr val="000000"/>
              </a:solidFill>
              <a:uFillTx/>
              <a:latin typeface="Abadi"/>
            </a:endParaRPr>
          </a:p>
        </p:txBody>
      </p:sp>
      <p:sp>
        <p:nvSpPr>
          <p:cNvPr id="102" name=""/>
          <p:cNvSpPr/>
          <p:nvPr/>
        </p:nvSpPr>
        <p:spPr>
          <a:xfrm>
            <a:off x="5940000" y="2304000"/>
            <a:ext cx="0" cy="72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b="0" lang="pl-PL" sz="1800" strike="noStrike" u="none">
              <a:solidFill>
                <a:srgbClr val="000000"/>
              </a:solidFill>
              <a:uFillTx/>
              <a:latin typeface="Arial"/>
            </a:endParaRPr>
          </a:p>
        </p:txBody>
      </p:sp>
      <p:sp>
        <p:nvSpPr>
          <p:cNvPr id="103" name=""/>
          <p:cNvSpPr/>
          <p:nvPr/>
        </p:nvSpPr>
        <p:spPr>
          <a:xfrm>
            <a:off x="5940000" y="3744000"/>
            <a:ext cx="0" cy="72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b="0" lang="pl-PL" sz="1800" strike="noStrike" u="none">
              <a:solidFill>
                <a:srgbClr val="000000"/>
              </a:solidFill>
              <a:uFillTx/>
              <a:latin typeface="Arial"/>
            </a:endParaRPr>
          </a:p>
        </p:txBody>
      </p:sp>
      <p:sp>
        <p:nvSpPr>
          <p:cNvPr id="104" name=""/>
          <p:cNvSpPr txBox="1"/>
          <p:nvPr/>
        </p:nvSpPr>
        <p:spPr>
          <a:xfrm>
            <a:off x="720000" y="5508000"/>
            <a:ext cx="4500000" cy="602640"/>
          </a:xfrm>
          <a:prstGeom prst="rect">
            <a:avLst/>
          </a:prstGeom>
          <a:noFill/>
          <a:ln w="0">
            <a:noFill/>
          </a:ln>
        </p:spPr>
        <p:txBody>
          <a:bodyPr lIns="90000" rIns="90000" tIns="45000" bIns="45000" anchor="t">
            <a:noAutofit/>
          </a:bodyPr>
          <a:p>
            <a:r>
              <a:rPr b="0" lang="pl-PL" sz="1800" strike="noStrike" u="none">
                <a:solidFill>
                  <a:srgbClr val="000000"/>
                </a:solidFill>
                <a:uFillTx/>
                <a:latin typeface="Arial"/>
                <a:hlinkClick r:id="rId2"/>
              </a:rPr>
              <a:t>Data Collection API - link to notebook</a:t>
            </a:r>
            <a:endParaRPr b="0" lang="pl-PL" sz="1800" strike="noStrike" u="none">
              <a:solidFill>
                <a:srgbClr val="000000"/>
              </a:solidFill>
              <a:uFillTx/>
              <a:latin typeface="Arial"/>
            </a:endParaRPr>
          </a:p>
        </p:txBody>
      </p:sp>
      <p:sp>
        <p:nvSpPr>
          <p:cNvPr id="2" name="PlaceHolder 1"/>
          <p:cNvSpPr>
            <a:spLocks noGrp="1"/>
          </p:cNvSpPr>
          <p:nvPr>
            <p:ph type="sldNum" idx="1"/>
          </p:nvPr>
        </p:nvSpPr>
        <p:spPr/>
        <p:txBody>
          <a:bodyPr/>
          <a:p>
            <a:fld id="{4FDF1335-8C89-4AE9-9C46-5DC54C477E66}"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5"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a:bodyPr>
          <a:p>
            <a:pPr defTabSz="914400">
              <a:lnSpc>
                <a:spcPct val="90000"/>
              </a:lnSpc>
            </a:pPr>
            <a:endParaRPr b="0" lang="en-US" sz="4000" strike="noStrike" u="none">
              <a:solidFill>
                <a:srgbClr val="1c7ddb"/>
              </a:solidFill>
              <a:uFillTx/>
              <a:latin typeface="Abadi"/>
              <a:ea typeface="IBM Plex Mono SemiBold"/>
            </a:endParaRPr>
          </a:p>
        </p:txBody>
      </p:sp>
      <p:sp>
        <p:nvSpPr>
          <p:cNvPr id="106" name="Title 1"/>
          <p:cNvSpPr/>
          <p:nvPr/>
        </p:nvSpPr>
        <p:spPr>
          <a:xfrm>
            <a:off x="922320" y="69120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Data Collection - Scraping</a:t>
            </a:r>
            <a:endParaRPr b="0" lang="pl-PL" sz="4000" strike="noStrike" u="none">
              <a:solidFill>
                <a:srgbClr val="000000"/>
              </a:solidFill>
              <a:uFillTx/>
              <a:latin typeface="Arial"/>
            </a:endParaRPr>
          </a:p>
        </p:txBody>
      </p:sp>
      <p:sp>
        <p:nvSpPr>
          <p:cNvPr id="107" name=""/>
          <p:cNvSpPr/>
          <p:nvPr/>
        </p:nvSpPr>
        <p:spPr>
          <a:xfrm>
            <a:off x="720000" y="1620000"/>
            <a:ext cx="10440000" cy="72000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pl-PL" sz="1500" strike="noStrike" u="none">
                <a:solidFill>
                  <a:srgbClr val="000000"/>
                </a:solidFill>
                <a:uFillTx/>
                <a:latin typeface="Abadi"/>
              </a:rPr>
              <a:t>Make GET request to Wikipedia</a:t>
            </a:r>
            <a:br>
              <a:rPr sz="1500"/>
            </a:br>
            <a:r>
              <a:rPr b="0" lang="pl-PL" sz="1500" strike="noStrike" u="none">
                <a:solidFill>
                  <a:srgbClr val="000000"/>
                </a:solidFill>
                <a:uFillTx/>
                <a:latin typeface="Abadi"/>
              </a:rPr>
              <a:t>https://en.wikipedia.org/w/index.php?title=List_of_Falcon_9_and_Falcon_Heavy_launches&amp;oldid=1027686922</a:t>
            </a:r>
            <a:endParaRPr b="0" lang="pl-PL" sz="1500" strike="noStrike" u="none">
              <a:solidFill>
                <a:srgbClr val="000000"/>
              </a:solidFill>
              <a:uFillTx/>
              <a:latin typeface="Arial"/>
            </a:endParaRPr>
          </a:p>
        </p:txBody>
      </p:sp>
      <p:sp>
        <p:nvSpPr>
          <p:cNvPr id="108" name=""/>
          <p:cNvSpPr/>
          <p:nvPr/>
        </p:nvSpPr>
        <p:spPr>
          <a:xfrm>
            <a:off x="3132000" y="2880000"/>
            <a:ext cx="5220000" cy="72000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pl-PL" sz="1800" strike="noStrike" u="none">
                <a:solidFill>
                  <a:srgbClr val="000000"/>
                </a:solidFill>
                <a:uFillTx/>
                <a:latin typeface="Abadi"/>
              </a:rPr>
              <a:t>Parse table with BeautifulSoup library</a:t>
            </a:r>
            <a:endParaRPr b="0" lang="pl-PL" sz="1800" strike="noStrike" u="none">
              <a:solidFill>
                <a:srgbClr val="000000"/>
              </a:solidFill>
              <a:uFillTx/>
              <a:latin typeface="Abadi"/>
            </a:endParaRPr>
          </a:p>
        </p:txBody>
      </p:sp>
      <p:sp>
        <p:nvSpPr>
          <p:cNvPr id="109" name=""/>
          <p:cNvSpPr/>
          <p:nvPr/>
        </p:nvSpPr>
        <p:spPr>
          <a:xfrm>
            <a:off x="3154680" y="4338360"/>
            <a:ext cx="5220000" cy="72000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pl-PL" sz="1800" strike="noStrike" u="none">
                <a:solidFill>
                  <a:srgbClr val="000000"/>
                </a:solidFill>
                <a:uFillTx/>
                <a:latin typeface="Abadi"/>
              </a:rPr>
              <a:t>Store parsed result into Pandas DataFrame</a:t>
            </a:r>
            <a:endParaRPr b="0" lang="pl-PL" sz="1800" strike="noStrike" u="none">
              <a:solidFill>
                <a:srgbClr val="000000"/>
              </a:solidFill>
              <a:uFillTx/>
              <a:latin typeface="Abadi"/>
            </a:endParaRPr>
          </a:p>
        </p:txBody>
      </p:sp>
      <p:sp>
        <p:nvSpPr>
          <p:cNvPr id="110" name=""/>
          <p:cNvSpPr/>
          <p:nvPr/>
        </p:nvSpPr>
        <p:spPr>
          <a:xfrm>
            <a:off x="5760000" y="2340000"/>
            <a:ext cx="0" cy="54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b="0" lang="pl-PL" sz="1800" strike="noStrike" u="none">
              <a:solidFill>
                <a:srgbClr val="000000"/>
              </a:solidFill>
              <a:uFillTx/>
              <a:latin typeface="Arial"/>
            </a:endParaRPr>
          </a:p>
        </p:txBody>
      </p:sp>
      <p:sp>
        <p:nvSpPr>
          <p:cNvPr id="111" name=""/>
          <p:cNvSpPr/>
          <p:nvPr/>
        </p:nvSpPr>
        <p:spPr>
          <a:xfrm>
            <a:off x="5760000" y="3600000"/>
            <a:ext cx="0" cy="72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b="0" lang="pl-PL" sz="1800" strike="noStrike" u="none">
              <a:solidFill>
                <a:srgbClr val="000000"/>
              </a:solidFill>
              <a:uFillTx/>
              <a:latin typeface="Arial"/>
            </a:endParaRPr>
          </a:p>
        </p:txBody>
      </p:sp>
      <p:sp>
        <p:nvSpPr>
          <p:cNvPr id="112" name=""/>
          <p:cNvSpPr txBox="1"/>
          <p:nvPr/>
        </p:nvSpPr>
        <p:spPr>
          <a:xfrm>
            <a:off x="900000" y="5580000"/>
            <a:ext cx="4860000" cy="427320"/>
          </a:xfrm>
          <a:prstGeom prst="rect">
            <a:avLst/>
          </a:prstGeom>
          <a:noFill/>
          <a:ln w="0">
            <a:noFill/>
          </a:ln>
        </p:spPr>
        <p:txBody>
          <a:bodyPr lIns="90000" rIns="90000" tIns="45000" bIns="45000" anchor="t">
            <a:noAutofit/>
          </a:bodyPr>
          <a:p>
            <a:r>
              <a:rPr b="0" lang="pl-PL" sz="2400" strike="noStrike" u="none">
                <a:solidFill>
                  <a:srgbClr val="000000"/>
                </a:solidFill>
                <a:uFillTx/>
                <a:latin typeface="Times New Roman"/>
                <a:hlinkClick r:id="rId2"/>
              </a:rPr>
              <a:t>Data Collection WebScraping - link</a:t>
            </a:r>
            <a:endParaRPr b="0" lang="pl-PL" sz="2400" strike="noStrike" u="none">
              <a:solidFill>
                <a:srgbClr val="000000"/>
              </a:solidFill>
              <a:uFillTx/>
              <a:latin typeface="Times New Roman"/>
            </a:endParaRPr>
          </a:p>
        </p:txBody>
      </p:sp>
      <p:sp>
        <p:nvSpPr>
          <p:cNvPr id="2" name="PlaceHolder 1"/>
          <p:cNvSpPr>
            <a:spLocks noGrp="1"/>
          </p:cNvSpPr>
          <p:nvPr>
            <p:ph type="sldNum" idx="1"/>
          </p:nvPr>
        </p:nvSpPr>
        <p:spPr/>
        <p:txBody>
          <a:bodyPr/>
          <a:p>
            <a:fld id="{AB0EF1BD-A81B-4D74-92EA-DD3913585A55}"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3" name="PlaceHolder 1"/>
          <p:cNvSpPr>
            <a:spLocks noGrp="1"/>
          </p:cNvSpPr>
          <p:nvPr>
            <p:ph/>
          </p:nvPr>
        </p:nvSpPr>
        <p:spPr>
          <a:xfrm>
            <a:off x="770040" y="1825560"/>
            <a:ext cx="8975160" cy="4350960"/>
          </a:xfrm>
          <a:prstGeom prst="rect">
            <a:avLst/>
          </a:prstGeom>
          <a:noFill/>
          <a:ln w="0">
            <a:noFill/>
          </a:ln>
        </p:spPr>
        <p:txBody>
          <a:bodyPr lIns="90000" rIns="90000" tIns="45000" bIns="45000" anchor="t">
            <a:noAutofit/>
          </a:bodyPr>
          <a:p>
            <a:pPr indent="0" defTabSz="914400">
              <a:lnSpc>
                <a:spcPct val="100000"/>
              </a:lnSpc>
              <a:buNone/>
            </a:pPr>
            <a:r>
              <a:rPr b="0" lang="en-US" sz="2200" strike="noStrike" u="none">
                <a:solidFill>
                  <a:schemeClr val="accent3">
                    <a:lumMod val="25000"/>
                  </a:schemeClr>
                </a:solidFill>
                <a:uFillTx/>
                <a:latin typeface="Abadi"/>
              </a:rPr>
              <a:t>Describe how data were processed</a:t>
            </a:r>
            <a:endParaRPr b="0" lang="en-US" sz="2200" strike="noStrike" u="none">
              <a:solidFill>
                <a:schemeClr val="dk1"/>
              </a:solidFill>
              <a:uFillTx/>
              <a:latin typeface="Calibri"/>
            </a:endParaRPr>
          </a:p>
          <a:p>
            <a:pPr indent="0" defTabSz="914400">
              <a:lnSpc>
                <a:spcPct val="100000"/>
              </a:lnSpc>
              <a:buNone/>
            </a:pPr>
            <a:r>
              <a:rPr b="0" lang="en-US" sz="2200" strike="noStrike" u="none">
                <a:solidFill>
                  <a:schemeClr val="accent3">
                    <a:lumMod val="25000"/>
                  </a:schemeClr>
                </a:solidFill>
                <a:uFillTx/>
                <a:latin typeface="Abadi"/>
              </a:rPr>
              <a:t>You need to present your data wrangling process using key phrases and flowcharts</a:t>
            </a:r>
            <a:endParaRPr b="0" lang="en-US" sz="2200" strike="noStrike" u="none">
              <a:solidFill>
                <a:schemeClr val="dk1"/>
              </a:solidFill>
              <a:uFillTx/>
              <a:latin typeface="Calibri"/>
            </a:endParaRPr>
          </a:p>
          <a:p>
            <a:pPr indent="0" defTabSz="914400">
              <a:lnSpc>
                <a:spcPct val="100000"/>
              </a:lnSpc>
              <a:buNone/>
            </a:pPr>
            <a:r>
              <a:rPr b="0" lang="en-US" sz="2200" strike="noStrike" u="none">
                <a:solidFill>
                  <a:schemeClr val="accent3">
                    <a:lumMod val="25000"/>
                  </a:schemeClr>
                </a:solidFill>
                <a:uFillTx/>
                <a:latin typeface="Abadi"/>
              </a:rPr>
              <a:t>Add the GitHub URL of your completed data wrangling related notebooks, as an external reference and peer-review purpose</a:t>
            </a:r>
            <a:endParaRPr b="0" lang="en-US" sz="2200" strike="noStrike" u="none">
              <a:solidFill>
                <a:schemeClr val="dk1"/>
              </a:solidFill>
              <a:uFillTx/>
              <a:latin typeface="Calibri"/>
            </a:endParaRPr>
          </a:p>
          <a:p>
            <a:pPr indent="0" defTabSz="914400">
              <a:lnSpc>
                <a:spcPct val="100000"/>
              </a:lnSpc>
              <a:buNone/>
            </a:pPr>
            <a:endParaRPr b="0" lang="en-US" sz="1800" strike="noStrike" u="none">
              <a:solidFill>
                <a:schemeClr val="dk1"/>
              </a:solidFill>
              <a:uFillTx/>
              <a:latin typeface="Calibri"/>
            </a:endParaRPr>
          </a:p>
          <a:p>
            <a:pPr indent="0" defTabSz="914400">
              <a:lnSpc>
                <a:spcPct val="100000"/>
              </a:lnSpc>
              <a:buNone/>
            </a:pPr>
            <a:endParaRPr b="0" lang="en-US" sz="1800" strike="noStrike" u="none">
              <a:solidFill>
                <a:schemeClr val="dk1"/>
              </a:solidFill>
              <a:uFillTx/>
              <a:latin typeface="Calibri"/>
            </a:endParaRPr>
          </a:p>
          <a:p>
            <a:pPr indent="0" defTabSz="914400">
              <a:lnSpc>
                <a:spcPct val="100000"/>
              </a:lnSpc>
              <a:buNone/>
            </a:pPr>
            <a:endParaRPr b="0" lang="en-US" sz="1800" strike="noStrike" u="none">
              <a:solidFill>
                <a:schemeClr val="dk1"/>
              </a:solidFill>
              <a:uFillTx/>
              <a:latin typeface="Calibri"/>
            </a:endParaRPr>
          </a:p>
        </p:txBody>
      </p:sp>
      <p:sp>
        <p:nvSpPr>
          <p:cNvPr id="114"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Data Wrangling</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E41A5CC3-19C9-4F33-B022-FC7E19C746E5}"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5" name="Title 2"/>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Data Wrangling</a:t>
            </a:r>
            <a:endParaRPr b="0" lang="pl-PL" sz="4000" strike="noStrike" u="none">
              <a:solidFill>
                <a:srgbClr val="000000"/>
              </a:solidFill>
              <a:uFillTx/>
              <a:latin typeface="Arial"/>
            </a:endParaRPr>
          </a:p>
        </p:txBody>
      </p:sp>
      <p:sp>
        <p:nvSpPr>
          <p:cNvPr id="116" name=""/>
          <p:cNvSpPr/>
          <p:nvPr/>
        </p:nvSpPr>
        <p:spPr>
          <a:xfrm>
            <a:off x="3240000" y="1584000"/>
            <a:ext cx="5220000" cy="72000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pl-PL" sz="1800" strike="noStrike" u="none">
                <a:solidFill>
                  <a:srgbClr val="000000"/>
                </a:solidFill>
                <a:uFillTx/>
                <a:latin typeface="Abadi"/>
              </a:rPr>
              <a:t>Filter the dataframe</a:t>
            </a:r>
            <a:br>
              <a:rPr sz="1800"/>
            </a:br>
            <a:r>
              <a:rPr b="0" lang="pl-PL" sz="1800" strike="noStrike" u="none">
                <a:solidFill>
                  <a:srgbClr val="000000"/>
                </a:solidFill>
                <a:uFillTx/>
                <a:latin typeface="Abadi"/>
              </a:rPr>
              <a:t>include only Falcon 9 launches</a:t>
            </a:r>
            <a:endParaRPr b="0" lang="pl-PL" sz="1800" strike="noStrike" u="none">
              <a:solidFill>
                <a:srgbClr val="000000"/>
              </a:solidFill>
              <a:uFillTx/>
              <a:latin typeface="Arial"/>
            </a:endParaRPr>
          </a:p>
        </p:txBody>
      </p:sp>
      <p:sp>
        <p:nvSpPr>
          <p:cNvPr id="117" name=""/>
          <p:cNvSpPr/>
          <p:nvPr/>
        </p:nvSpPr>
        <p:spPr>
          <a:xfrm>
            <a:off x="3240000" y="2520000"/>
            <a:ext cx="5220000" cy="72000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pl-PL" sz="1800" strike="noStrike" u="none">
                <a:solidFill>
                  <a:srgbClr val="000000"/>
                </a:solidFill>
                <a:uFillTx/>
                <a:latin typeface="Abadi"/>
              </a:rPr>
              <a:t>Cleaning and preparing data</a:t>
            </a:r>
            <a:br>
              <a:rPr sz="1800"/>
            </a:br>
            <a:r>
              <a:rPr b="0" lang="pl-PL" sz="1800" strike="noStrike" u="none">
                <a:solidFill>
                  <a:srgbClr val="000000"/>
                </a:solidFill>
                <a:uFillTx/>
                <a:latin typeface="Abadi"/>
              </a:rPr>
              <a:t>strip strings, formatting numbers, dates</a:t>
            </a:r>
            <a:endParaRPr b="0" lang="pl-PL" sz="1800" strike="noStrike" u="none">
              <a:solidFill>
                <a:srgbClr val="000000"/>
              </a:solidFill>
              <a:uFillTx/>
              <a:latin typeface="Abadi"/>
            </a:endParaRPr>
          </a:p>
        </p:txBody>
      </p:sp>
      <p:sp>
        <p:nvSpPr>
          <p:cNvPr id="118" name=""/>
          <p:cNvSpPr/>
          <p:nvPr/>
        </p:nvSpPr>
        <p:spPr>
          <a:xfrm>
            <a:off x="3240000" y="3420000"/>
            <a:ext cx="5220000" cy="72000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pl-PL" sz="1800" strike="noStrike" u="none">
                <a:solidFill>
                  <a:srgbClr val="000000"/>
                </a:solidFill>
                <a:uFillTx/>
                <a:latin typeface="Abadi"/>
              </a:rPr>
              <a:t>Dealing with Missing Values</a:t>
            </a:r>
            <a:endParaRPr b="0" lang="pl-PL" sz="1800" strike="noStrike" u="none">
              <a:solidFill>
                <a:srgbClr val="000000"/>
              </a:solidFill>
              <a:uFillTx/>
              <a:latin typeface="Abadi"/>
            </a:endParaRPr>
          </a:p>
        </p:txBody>
      </p:sp>
      <p:sp>
        <p:nvSpPr>
          <p:cNvPr id="119" name=""/>
          <p:cNvSpPr/>
          <p:nvPr/>
        </p:nvSpPr>
        <p:spPr>
          <a:xfrm>
            <a:off x="5976000" y="2304000"/>
            <a:ext cx="0" cy="216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b="0" lang="pl-PL" sz="1800" strike="noStrike" u="none">
              <a:solidFill>
                <a:srgbClr val="000000"/>
              </a:solidFill>
              <a:uFillTx/>
              <a:latin typeface="Arial"/>
            </a:endParaRPr>
          </a:p>
        </p:txBody>
      </p:sp>
      <p:sp>
        <p:nvSpPr>
          <p:cNvPr id="120" name=""/>
          <p:cNvSpPr/>
          <p:nvPr/>
        </p:nvSpPr>
        <p:spPr>
          <a:xfrm>
            <a:off x="3240000" y="4320000"/>
            <a:ext cx="5220000" cy="72000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pl-PL" sz="1800" strike="noStrike" u="none">
                <a:solidFill>
                  <a:srgbClr val="000000"/>
                </a:solidFill>
                <a:uFillTx/>
                <a:latin typeface="Abadi"/>
              </a:rPr>
              <a:t>Initial exploratory analysis</a:t>
            </a:r>
            <a:endParaRPr b="0" lang="pl-PL" sz="1800" strike="noStrike" u="none">
              <a:solidFill>
                <a:srgbClr val="000000"/>
              </a:solidFill>
              <a:uFillTx/>
              <a:latin typeface="Abadi"/>
            </a:endParaRPr>
          </a:p>
        </p:txBody>
      </p:sp>
      <p:sp>
        <p:nvSpPr>
          <p:cNvPr id="121" name=""/>
          <p:cNvSpPr/>
          <p:nvPr/>
        </p:nvSpPr>
        <p:spPr>
          <a:xfrm>
            <a:off x="3240000" y="5220000"/>
            <a:ext cx="5220000" cy="72000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spcBef>
                <a:spcPts val="1191"/>
              </a:spcBef>
              <a:spcAft>
                <a:spcPts val="992"/>
              </a:spcAft>
            </a:pPr>
            <a:r>
              <a:rPr b="0" lang="pl-PL" sz="1800" strike="noStrike" u="none">
                <a:solidFill>
                  <a:srgbClr val="000000"/>
                </a:solidFill>
                <a:uFillTx/>
                <a:latin typeface="Abadi"/>
              </a:rPr>
              <a:t>Determine training labels</a:t>
            </a:r>
            <a:endParaRPr b="0" lang="pl-PL" sz="1800" strike="noStrike" u="none">
              <a:solidFill>
                <a:srgbClr val="000000"/>
              </a:solidFill>
              <a:uFillTx/>
              <a:latin typeface="Abadi"/>
            </a:endParaRPr>
          </a:p>
        </p:txBody>
      </p:sp>
      <p:sp>
        <p:nvSpPr>
          <p:cNvPr id="122" name=""/>
          <p:cNvSpPr/>
          <p:nvPr/>
        </p:nvSpPr>
        <p:spPr>
          <a:xfrm>
            <a:off x="5976000" y="3240000"/>
            <a:ext cx="0" cy="216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b="0" lang="pl-PL" sz="1800" strike="noStrike" u="none">
              <a:solidFill>
                <a:srgbClr val="000000"/>
              </a:solidFill>
              <a:uFillTx/>
              <a:latin typeface="Arial"/>
            </a:endParaRPr>
          </a:p>
        </p:txBody>
      </p:sp>
      <p:sp>
        <p:nvSpPr>
          <p:cNvPr id="123" name=""/>
          <p:cNvSpPr/>
          <p:nvPr/>
        </p:nvSpPr>
        <p:spPr>
          <a:xfrm>
            <a:off x="5976000" y="4140000"/>
            <a:ext cx="0" cy="216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b="0" lang="pl-PL" sz="1800" strike="noStrike" u="none">
              <a:solidFill>
                <a:srgbClr val="000000"/>
              </a:solidFill>
              <a:uFillTx/>
              <a:latin typeface="Arial"/>
            </a:endParaRPr>
          </a:p>
        </p:txBody>
      </p:sp>
      <p:sp>
        <p:nvSpPr>
          <p:cNvPr id="124" name=""/>
          <p:cNvSpPr/>
          <p:nvPr/>
        </p:nvSpPr>
        <p:spPr>
          <a:xfrm>
            <a:off x="5976000" y="5040000"/>
            <a:ext cx="0" cy="216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b="0" lang="pl-PL" sz="1800" strike="noStrike" u="none">
              <a:solidFill>
                <a:srgbClr val="000000"/>
              </a:solidFill>
              <a:uFillTx/>
              <a:latin typeface="Arial"/>
            </a:endParaRPr>
          </a:p>
        </p:txBody>
      </p:sp>
      <p:sp>
        <p:nvSpPr>
          <p:cNvPr id="125" name=""/>
          <p:cNvSpPr txBox="1"/>
          <p:nvPr/>
        </p:nvSpPr>
        <p:spPr>
          <a:xfrm>
            <a:off x="650160" y="6120000"/>
            <a:ext cx="3129840" cy="456120"/>
          </a:xfrm>
          <a:prstGeom prst="rect">
            <a:avLst/>
          </a:prstGeom>
          <a:noFill/>
          <a:ln w="0">
            <a:noFill/>
          </a:ln>
        </p:spPr>
        <p:txBody>
          <a:bodyPr lIns="90000" rIns="90000" tIns="45000" bIns="45000" anchor="t">
            <a:noAutofit/>
          </a:bodyPr>
          <a:p>
            <a:r>
              <a:rPr b="0" lang="pl-PL" sz="2400" strike="noStrike" u="none">
                <a:solidFill>
                  <a:srgbClr val="000000"/>
                </a:solidFill>
                <a:uFillTx/>
                <a:latin typeface="Times New Roman"/>
                <a:hlinkClick r:id="rId2"/>
              </a:rPr>
              <a:t>Data wrangling - link</a:t>
            </a:r>
            <a:endParaRPr b="0" lang="pl-PL" sz="2400" strike="noStrike" u="none">
              <a:solidFill>
                <a:srgbClr val="000000"/>
              </a:solidFill>
              <a:uFillTx/>
              <a:latin typeface="Times New Roman"/>
            </a:endParaRPr>
          </a:p>
        </p:txBody>
      </p:sp>
      <p:sp>
        <p:nvSpPr>
          <p:cNvPr id="2" name="PlaceHolder 1"/>
          <p:cNvSpPr>
            <a:spLocks noGrp="1"/>
          </p:cNvSpPr>
          <p:nvPr>
            <p:ph type="sldNum" idx="1"/>
          </p:nvPr>
        </p:nvSpPr>
        <p:spPr/>
        <p:txBody>
          <a:bodyPr/>
          <a:p>
            <a:fld id="{40CADAF1-E441-4785-8609-775131C700B8}"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26" name="PlaceHolder 1"/>
          <p:cNvSpPr>
            <a:spLocks noGrp="1"/>
          </p:cNvSpPr>
          <p:nvPr>
            <p:ph/>
          </p:nvPr>
        </p:nvSpPr>
        <p:spPr>
          <a:xfrm>
            <a:off x="770040" y="1825560"/>
            <a:ext cx="9745200" cy="4350960"/>
          </a:xfrm>
          <a:prstGeom prst="rect">
            <a:avLst/>
          </a:prstGeom>
          <a:noFill/>
          <a:ln w="0">
            <a:noFill/>
          </a:ln>
        </p:spPr>
        <p:txBody>
          <a:bodyPr lIns="91440" rIns="91440" tIns="45720" bIns="45720" anchor="t">
            <a:no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Summarize  what charts were plotted and why you used those charts</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Add the GitHub URL of your completed EDA with data visualization notebook, as an external reference and peer-review purpose</a:t>
            </a:r>
            <a:endParaRPr b="0" lang="en-US" sz="2200" strike="noStrike" u="none">
              <a:solidFill>
                <a:schemeClr val="dk1"/>
              </a:solidFill>
              <a:uFillTx/>
              <a:latin typeface="Calibri"/>
            </a:endParaRPr>
          </a:p>
          <a:p>
            <a:pPr indent="0" defTabSz="914400">
              <a:lnSpc>
                <a:spcPct val="100000"/>
              </a:lnSpc>
              <a:buNone/>
            </a:pPr>
            <a:endParaRPr b="0" lang="en-US" sz="1800" strike="noStrike" u="none">
              <a:solidFill>
                <a:schemeClr val="dk1"/>
              </a:solidFill>
              <a:uFillTx/>
              <a:latin typeface="Calibri"/>
            </a:endParaRPr>
          </a:p>
        </p:txBody>
      </p:sp>
      <p:sp>
        <p:nvSpPr>
          <p:cNvPr id="127"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EDA with Data Visualization</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001C910B-633E-461F-B3B3-148E79A47423}"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28" name="PlaceHolder 1"/>
          <p:cNvSpPr>
            <a:spLocks noGrp="1"/>
          </p:cNvSpPr>
          <p:nvPr>
            <p:ph/>
          </p:nvPr>
        </p:nvSpPr>
        <p:spPr>
          <a:xfrm>
            <a:off x="770040" y="1806480"/>
            <a:ext cx="9745200" cy="4350960"/>
          </a:xfrm>
          <a:prstGeom prst="rect">
            <a:avLst/>
          </a:prstGeom>
          <a:noFill/>
          <a:ln w="0">
            <a:noFill/>
          </a:ln>
        </p:spPr>
        <p:txBody>
          <a:bodyPr lIns="91440" rIns="91440" tIns="45720" bIns="45720" anchor="t">
            <a:no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Using bullet point format, summarize the SQL queries you performed</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Add the GitHub URL of your completed EDA with SQL notebook, as an external reference and peer-review purpose</a:t>
            </a:r>
            <a:endParaRPr b="0" lang="en-US" sz="2200" strike="noStrike" u="none">
              <a:solidFill>
                <a:schemeClr val="dk1"/>
              </a:solidFill>
              <a:uFillTx/>
              <a:latin typeface="Calibri"/>
            </a:endParaRPr>
          </a:p>
          <a:p>
            <a:pPr indent="0" defTabSz="914400">
              <a:lnSpc>
                <a:spcPct val="100000"/>
              </a:lnSpc>
              <a:buNone/>
            </a:pPr>
            <a:endParaRPr b="0" lang="en-US" sz="1800" strike="noStrike" u="none">
              <a:solidFill>
                <a:schemeClr val="dk1"/>
              </a:solidFill>
              <a:uFillTx/>
              <a:latin typeface="Calibri"/>
            </a:endParaRPr>
          </a:p>
          <a:p>
            <a:pPr indent="0" defTabSz="914400">
              <a:lnSpc>
                <a:spcPct val="100000"/>
              </a:lnSpc>
              <a:buNone/>
            </a:pPr>
            <a:endParaRPr b="0" lang="en-US" sz="1800" strike="noStrike" u="none">
              <a:solidFill>
                <a:schemeClr val="dk1"/>
              </a:solidFill>
              <a:uFillTx/>
              <a:latin typeface="Calibri"/>
            </a:endParaRPr>
          </a:p>
          <a:p>
            <a:pPr indent="0" defTabSz="914400">
              <a:lnSpc>
                <a:spcPct val="100000"/>
              </a:lnSpc>
              <a:buNone/>
            </a:pPr>
            <a:endParaRPr b="0" lang="en-US" sz="1800" strike="noStrike" u="none">
              <a:solidFill>
                <a:schemeClr val="dk1"/>
              </a:solidFill>
              <a:uFillTx/>
              <a:latin typeface="Calibri"/>
            </a:endParaRPr>
          </a:p>
        </p:txBody>
      </p:sp>
      <p:sp>
        <p:nvSpPr>
          <p:cNvPr id="129"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EDA with SQL</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4840A7FD-1908-4C8E-A556-6FC21EFFB281}"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0" name="PlaceHolder 1"/>
          <p:cNvSpPr>
            <a:spLocks noGrp="1"/>
          </p:cNvSpPr>
          <p:nvPr>
            <p:ph/>
          </p:nvPr>
        </p:nvSpPr>
        <p:spPr>
          <a:xfrm>
            <a:off x="838080" y="1874880"/>
            <a:ext cx="10515240" cy="4350960"/>
          </a:xfrm>
          <a:prstGeom prst="rect">
            <a:avLst/>
          </a:prstGeom>
          <a:noFill/>
          <a:ln w="0">
            <a:noFill/>
          </a:ln>
        </p:spPr>
        <p:txBody>
          <a:bodyPr lIns="90000" rIns="90000" tIns="45000" bIns="4500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Summarize what map objects such as markers, circles, lines, etc. you created and added to a folium map</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Explain why you added those objects</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Add the GitHub URL of your completed interactive map with Folium map, as an external reference and peer-review purpose</a:t>
            </a:r>
            <a:endParaRPr b="0" lang="en-US" sz="2200" strike="noStrike" u="none">
              <a:solidFill>
                <a:schemeClr val="dk1"/>
              </a:solidFill>
              <a:uFillTx/>
              <a:latin typeface="Calibri"/>
            </a:endParaRPr>
          </a:p>
          <a:p>
            <a:pPr indent="0" defTabSz="914400">
              <a:lnSpc>
                <a:spcPct val="100000"/>
              </a:lnSpc>
              <a:buNone/>
            </a:pPr>
            <a:endParaRPr b="0" lang="en-US" sz="1800" strike="noStrike" u="none">
              <a:solidFill>
                <a:schemeClr val="dk1"/>
              </a:solidFill>
              <a:uFillTx/>
              <a:latin typeface="Calibri"/>
            </a:endParaRPr>
          </a:p>
          <a:p>
            <a:pPr indent="0" defTabSz="914400">
              <a:lnSpc>
                <a:spcPct val="100000"/>
              </a:lnSpc>
              <a:buNone/>
            </a:pPr>
            <a:endParaRPr b="0" lang="en-US" sz="1800" strike="noStrike" u="none">
              <a:solidFill>
                <a:schemeClr val="dk1"/>
              </a:solidFill>
              <a:uFillTx/>
              <a:latin typeface="Calibri"/>
            </a:endParaRPr>
          </a:p>
        </p:txBody>
      </p:sp>
      <p:sp>
        <p:nvSpPr>
          <p:cNvPr id="131"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Build an Interactive Map with Folium</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312DC93D-C52F-4477-B6EE-E88ECD5BFFBA}"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2" name="PlaceHolder 1"/>
          <p:cNvSpPr>
            <a:spLocks noGrp="1"/>
          </p:cNvSpPr>
          <p:nvPr>
            <p:ph/>
          </p:nvPr>
        </p:nvSpPr>
        <p:spPr>
          <a:xfrm>
            <a:off x="770040" y="1825560"/>
            <a:ext cx="9745200" cy="4350960"/>
          </a:xfrm>
          <a:prstGeom prst="rect">
            <a:avLst/>
          </a:prstGeom>
          <a:noFill/>
          <a:ln w="0">
            <a:noFill/>
          </a:ln>
        </p:spPr>
        <p:txBody>
          <a:bodyPr lIns="91440" rIns="91440" tIns="45720" bIns="4572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Summarize what plots/graphs and interactions you have added to a dashboard</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Explain why you added those plots and interactions</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Add the GitHub URL of your completed Plotly Dash lab, as an external reference and peer-review purpose</a:t>
            </a:r>
            <a:endParaRPr b="0" lang="en-US" sz="2200" strike="noStrike" u="none">
              <a:solidFill>
                <a:schemeClr val="dk1"/>
              </a:solidFill>
              <a:uFillTx/>
              <a:latin typeface="Calibri"/>
            </a:endParaRPr>
          </a:p>
          <a:p>
            <a:pPr indent="0" defTabSz="914400">
              <a:lnSpc>
                <a:spcPct val="100000"/>
              </a:lnSpc>
              <a:buNone/>
            </a:pPr>
            <a:endParaRPr b="0" lang="en-US" sz="1800" strike="noStrike" u="none">
              <a:solidFill>
                <a:schemeClr val="dk1"/>
              </a:solidFill>
              <a:uFillTx/>
              <a:latin typeface="Calibri"/>
            </a:endParaRPr>
          </a:p>
        </p:txBody>
      </p:sp>
      <p:sp>
        <p:nvSpPr>
          <p:cNvPr id="133"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Build a Dashboard with Plotly Dash</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1DC0C93E-BE5C-4CD8-A2DF-A748B85B5927}"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4" name="PlaceHolder 1"/>
          <p:cNvSpPr>
            <a:spLocks noGrp="1"/>
          </p:cNvSpPr>
          <p:nvPr>
            <p:ph/>
          </p:nvPr>
        </p:nvSpPr>
        <p:spPr>
          <a:xfrm>
            <a:off x="770040" y="1825560"/>
            <a:ext cx="9745200" cy="4350960"/>
          </a:xfrm>
          <a:prstGeom prst="rect">
            <a:avLst/>
          </a:prstGeom>
          <a:noFill/>
          <a:ln w="0">
            <a:noFill/>
          </a:ln>
        </p:spPr>
        <p:txBody>
          <a:bodyPr lIns="90000" rIns="90000" tIns="45000" bIns="4500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Summarize how you built, evaluated, improved, and found the best performing classification model</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You need present your model development process using key phrases and flowchart</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Add the GitHub URL of your completed predictive analysis lab, as an external reference and peer-review purpose</a:t>
            </a:r>
            <a:endParaRPr b="0" lang="en-US" sz="2200" strike="noStrike" u="none">
              <a:solidFill>
                <a:schemeClr val="dk1"/>
              </a:solidFill>
              <a:uFillTx/>
              <a:latin typeface="Calibri"/>
            </a:endParaRPr>
          </a:p>
          <a:p>
            <a:pPr indent="0" defTabSz="914400">
              <a:lnSpc>
                <a:spcPct val="100000"/>
              </a:lnSpc>
              <a:buNone/>
            </a:pPr>
            <a:endParaRPr b="0" lang="en-US" sz="1800" strike="noStrike" u="none">
              <a:solidFill>
                <a:schemeClr val="dk1"/>
              </a:solidFill>
              <a:uFillTx/>
              <a:latin typeface="Calibri"/>
            </a:endParaRPr>
          </a:p>
        </p:txBody>
      </p:sp>
      <p:sp>
        <p:nvSpPr>
          <p:cNvPr id="135"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Predictive Analysis (Classification)</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74D8EDC6-0DD9-4928-9F12-631E5D5ED4CE}"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6" name="Content Placeholder 2"/>
          <p:cNvSpPr/>
          <p:nvPr/>
        </p:nvSpPr>
        <p:spPr>
          <a:xfrm>
            <a:off x="840960" y="1807200"/>
            <a:ext cx="7068240" cy="1621440"/>
          </a:xfrm>
          <a:prstGeom prst="rect">
            <a:avLst/>
          </a:prstGeom>
          <a:noFill/>
          <a:ln w="0">
            <a:noFill/>
          </a:ln>
        </p:spPr>
        <p:style>
          <a:lnRef idx="0"/>
          <a:fillRef idx="0"/>
          <a:effectRef idx="0"/>
          <a:fontRef idx="minor"/>
        </p:style>
        <p:txBody>
          <a:bodyPr anchor="t">
            <a:normAutofit/>
          </a:bodyPr>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Exploratory data analysis results</a:t>
            </a:r>
            <a:endParaRPr b="0" lang="pl-PL" sz="2200" strike="noStrike" u="none">
              <a:solidFill>
                <a:srgbClr val="000000"/>
              </a:solidFill>
              <a:uFillTx/>
              <a:latin typeface="Arial"/>
            </a:endParaRPr>
          </a:p>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Interactive analytics demo in screenshots</a:t>
            </a:r>
            <a:endParaRPr b="0" lang="pl-PL" sz="2200" strike="noStrike" u="none">
              <a:solidFill>
                <a:srgbClr val="000000"/>
              </a:solidFill>
              <a:uFillTx/>
              <a:latin typeface="Arial"/>
            </a:endParaRPr>
          </a:p>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Predictive analysis results</a:t>
            </a:r>
            <a:endParaRPr b="0" lang="pl-PL" sz="2200" strike="noStrike" u="none">
              <a:solidFill>
                <a:srgbClr val="000000"/>
              </a:solidFill>
              <a:uFillTx/>
              <a:latin typeface="Arial"/>
            </a:endParaRPr>
          </a:p>
          <a:p>
            <a:pPr defTabSz="914400">
              <a:lnSpc>
                <a:spcPct val="90000"/>
              </a:lnSpc>
              <a:spcBef>
                <a:spcPts val="499"/>
              </a:spcBef>
            </a:pPr>
            <a:endParaRPr b="0" lang="pl-PL" sz="1800" strike="noStrike" u="none">
              <a:solidFill>
                <a:srgbClr val="000000"/>
              </a:solidFill>
              <a:uFillTx/>
              <a:latin typeface="Arial"/>
            </a:endParaRPr>
          </a:p>
          <a:p>
            <a:pPr marL="457200" defTabSz="914400">
              <a:lnSpc>
                <a:spcPct val="90000"/>
              </a:lnSpc>
              <a:spcBef>
                <a:spcPts val="499"/>
              </a:spcBef>
              <a:tabLst>
                <a:tab algn="l" pos="0"/>
              </a:tabLst>
            </a:pPr>
            <a:endParaRPr b="0" lang="pl-PL" sz="1800" strike="noStrike" u="none">
              <a:solidFill>
                <a:srgbClr val="000000"/>
              </a:solidFill>
              <a:uFillTx/>
              <a:latin typeface="Arial"/>
            </a:endParaRPr>
          </a:p>
        </p:txBody>
      </p:sp>
      <p:sp>
        <p:nvSpPr>
          <p:cNvPr id="137"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Results</a:t>
            </a:r>
            <a:endParaRPr b="0" lang="pl-PL" sz="4000" strike="noStrike" u="none">
              <a:solidFill>
                <a:srgbClr val="000000"/>
              </a:solidFill>
              <a:uFillTx/>
              <a:latin typeface="Arial"/>
            </a:endParaRPr>
          </a:p>
        </p:txBody>
      </p:sp>
      <p:sp>
        <p:nvSpPr>
          <p:cNvPr id="2" name="PlaceHolder 1"/>
          <p:cNvSpPr>
            <a:spLocks noGrp="1"/>
          </p:cNvSpPr>
          <p:nvPr>
            <p:ph type="sldNum" idx="1"/>
          </p:nvPr>
        </p:nvSpPr>
        <p:spPr/>
        <p:txBody>
          <a:bodyPr/>
          <a:p>
            <a:fld id="{3E83EB53-D30F-4906-9B91-085FA7D85CB3}"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8" name="TextBox 1"/>
          <p:cNvSpPr/>
          <p:nvPr/>
        </p:nvSpPr>
        <p:spPr>
          <a:xfrm>
            <a:off x="811080" y="2529720"/>
            <a:ext cx="1032120" cy="363960"/>
          </a:xfrm>
          <a:prstGeom prst="rect">
            <a:avLst/>
          </a:prstGeom>
          <a:solidFill>
            <a:srgbClr val="0948cb"/>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trike="noStrike" u="none">
                <a:solidFill>
                  <a:schemeClr val="lt1"/>
                </a:solidFill>
                <a:uFillTx/>
                <a:latin typeface="Calibri"/>
              </a:rPr>
              <a:t>Section 2</a:t>
            </a:r>
            <a:endParaRPr b="0" lang="pl-PL" sz="18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9" name="PlaceHolder 1"/>
          <p:cNvSpPr>
            <a:spLocks noGrp="1"/>
          </p:cNvSpPr>
          <p:nvPr>
            <p:ph/>
          </p:nvPr>
        </p:nvSpPr>
        <p:spPr>
          <a:xfrm>
            <a:off x="865080" y="2057400"/>
            <a:ext cx="3931920" cy="3811320"/>
          </a:xfrm>
          <a:prstGeom prst="rect">
            <a:avLst/>
          </a:prstGeom>
          <a:noFill/>
          <a:ln w="0">
            <a:noFill/>
          </a:ln>
        </p:spPr>
        <p:txBody>
          <a:bodyPr lIns="90000" rIns="90000" tIns="45000" bIns="45000" anchor="t">
            <a:normAutofit/>
          </a:bodyPr>
          <a:p>
            <a:pPr marL="228600" indent="-228600" defTabSz="914400">
              <a:lnSpc>
                <a:spcPct val="100000"/>
              </a:lnSpc>
              <a:spcBef>
                <a:spcPts val="1400"/>
              </a:spcBef>
              <a:buClr>
                <a:srgbClr val="292929"/>
              </a:buClr>
              <a:buFont typeface="Arial"/>
              <a:buChar char="•"/>
            </a:pPr>
            <a:r>
              <a:rPr b="0" lang="en-CA" sz="2200" strike="noStrike" u="none">
                <a:solidFill>
                  <a:schemeClr val="accent3">
                    <a:lumMod val="25000"/>
                  </a:schemeClr>
                </a:solidFill>
                <a:uFillTx/>
                <a:latin typeface="Abadi"/>
              </a:rPr>
              <a:t>Show a scatter plot of Flight Number vs. Launch Site</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Show the screenshot of the scatter plot with explanations</a:t>
            </a:r>
            <a:endParaRPr b="0" lang="en-US" sz="2200" strike="noStrike" u="none">
              <a:solidFill>
                <a:schemeClr val="dk1"/>
              </a:solidFill>
              <a:uFillTx/>
              <a:latin typeface="Calibri"/>
            </a:endParaRPr>
          </a:p>
        </p:txBody>
      </p:sp>
      <p:sp>
        <p:nvSpPr>
          <p:cNvPr id="140"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Flight Number vs. Launch Site</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727E800F-50A0-4C6D-854C-F16B2CA1B782}"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1" name="PlaceHolder 1"/>
          <p:cNvSpPr>
            <a:spLocks noGrp="1"/>
          </p:cNvSpPr>
          <p:nvPr>
            <p:ph/>
          </p:nvPr>
        </p:nvSpPr>
        <p:spPr>
          <a:xfrm>
            <a:off x="770040" y="2069640"/>
            <a:ext cx="3931920" cy="3811320"/>
          </a:xfrm>
          <a:prstGeom prst="rect">
            <a:avLst/>
          </a:prstGeom>
          <a:noFill/>
          <a:ln w="0">
            <a:noFill/>
          </a:ln>
        </p:spPr>
        <p:txBody>
          <a:bodyPr lIns="90000" rIns="90000" tIns="45000" bIns="45000" anchor="t">
            <a:normAutofit/>
          </a:bodyPr>
          <a:p>
            <a:pPr marL="228600" indent="-228600" defTabSz="914400">
              <a:lnSpc>
                <a:spcPct val="100000"/>
              </a:lnSpc>
              <a:spcBef>
                <a:spcPts val="1400"/>
              </a:spcBef>
              <a:buClr>
                <a:srgbClr val="292929"/>
              </a:buClr>
              <a:buFont typeface="Arial"/>
              <a:buChar char="•"/>
            </a:pPr>
            <a:r>
              <a:rPr b="0" lang="en-CA" sz="2200" strike="noStrike" u="none">
                <a:solidFill>
                  <a:schemeClr val="accent3">
                    <a:lumMod val="25000"/>
                  </a:schemeClr>
                </a:solidFill>
                <a:uFillTx/>
                <a:latin typeface="Abadi"/>
              </a:rPr>
              <a:t>Show a scatter plot of Payload vs. Launch Site</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Show the screenshot of the scatter plot with explanations</a:t>
            </a:r>
            <a:endParaRPr b="0" lang="en-US" sz="2200" strike="noStrike" u="none">
              <a:solidFill>
                <a:schemeClr val="dk1"/>
              </a:solidFill>
              <a:uFillTx/>
              <a:latin typeface="Calibri"/>
            </a:endParaRPr>
          </a:p>
        </p:txBody>
      </p:sp>
      <p:sp>
        <p:nvSpPr>
          <p:cNvPr id="142"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Payload vs. Launch Site</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F868508A-C45C-4C9F-A1B9-C718F9707788}"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3" name="PlaceHolder 1"/>
          <p:cNvSpPr>
            <a:spLocks noGrp="1"/>
          </p:cNvSpPr>
          <p:nvPr>
            <p:ph/>
          </p:nvPr>
        </p:nvSpPr>
        <p:spPr>
          <a:xfrm>
            <a:off x="770040" y="2082240"/>
            <a:ext cx="3931920" cy="3811320"/>
          </a:xfrm>
          <a:prstGeom prst="rect">
            <a:avLst/>
          </a:prstGeom>
          <a:noFill/>
          <a:ln w="0">
            <a:noFill/>
          </a:ln>
        </p:spPr>
        <p:txBody>
          <a:bodyPr lIns="90000" rIns="90000" tIns="45000" bIns="45000" anchor="t">
            <a:normAutofit/>
          </a:bodyPr>
          <a:p>
            <a:pPr marL="228600" indent="-228600" defTabSz="914400">
              <a:lnSpc>
                <a:spcPct val="100000"/>
              </a:lnSpc>
              <a:spcBef>
                <a:spcPts val="1400"/>
              </a:spcBef>
              <a:buClr>
                <a:srgbClr val="292929"/>
              </a:buClr>
              <a:buFont typeface="Arial"/>
              <a:buChar char="•"/>
            </a:pPr>
            <a:r>
              <a:rPr b="0" lang="en-CA" sz="2200" strike="noStrike" u="none">
                <a:solidFill>
                  <a:schemeClr val="accent3">
                    <a:lumMod val="25000"/>
                  </a:schemeClr>
                </a:solidFill>
                <a:uFillTx/>
                <a:latin typeface="Abadi"/>
              </a:rPr>
              <a:t>Show a </a:t>
            </a:r>
            <a:r>
              <a:rPr b="0" lang="en-US" sz="2200" strike="noStrike" u="none">
                <a:solidFill>
                  <a:schemeClr val="accent3">
                    <a:lumMod val="25000"/>
                  </a:schemeClr>
                </a:solidFill>
                <a:uFillTx/>
                <a:latin typeface="Abadi"/>
              </a:rPr>
              <a:t>bar chart for the success rate of each orbit type</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Show the screenshot of the scatter plot with explanations</a:t>
            </a:r>
            <a:endParaRPr b="0" lang="en-US" sz="2200" strike="noStrike" u="none">
              <a:solidFill>
                <a:schemeClr val="dk1"/>
              </a:solidFill>
              <a:uFillTx/>
              <a:latin typeface="Calibri"/>
            </a:endParaRPr>
          </a:p>
        </p:txBody>
      </p:sp>
      <p:sp>
        <p:nvSpPr>
          <p:cNvPr id="144"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Success Rate vs. Orbit Type</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7CA49BB2-0C46-464E-8258-3E02FDF2B73B}"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5" name="PlaceHolder 1"/>
          <p:cNvSpPr>
            <a:spLocks noGrp="1"/>
          </p:cNvSpPr>
          <p:nvPr>
            <p:ph/>
          </p:nvPr>
        </p:nvSpPr>
        <p:spPr>
          <a:xfrm>
            <a:off x="770040" y="2069640"/>
            <a:ext cx="3931920" cy="3811320"/>
          </a:xfrm>
          <a:prstGeom prst="rect">
            <a:avLst/>
          </a:prstGeom>
          <a:noFill/>
          <a:ln w="0">
            <a:noFill/>
          </a:ln>
        </p:spPr>
        <p:txBody>
          <a:bodyPr lIns="90000" rIns="90000" tIns="45000" bIns="45000" anchor="t">
            <a:normAutofit/>
          </a:bodyPr>
          <a:p>
            <a:pPr marL="228600" indent="-228600" defTabSz="914400">
              <a:lnSpc>
                <a:spcPct val="100000"/>
              </a:lnSpc>
              <a:spcBef>
                <a:spcPts val="1400"/>
              </a:spcBef>
              <a:buClr>
                <a:srgbClr val="292929"/>
              </a:buClr>
              <a:buFont typeface="Arial"/>
              <a:buChar char="•"/>
            </a:pPr>
            <a:r>
              <a:rPr b="0" lang="en-CA" sz="2200" strike="noStrike" u="none">
                <a:solidFill>
                  <a:schemeClr val="accent3">
                    <a:lumMod val="25000"/>
                  </a:schemeClr>
                </a:solidFill>
                <a:uFillTx/>
                <a:latin typeface="Abadi"/>
              </a:rPr>
              <a:t>Show a </a:t>
            </a:r>
            <a:r>
              <a:rPr b="0" lang="en-US" sz="2200" strike="noStrike" u="none">
                <a:solidFill>
                  <a:schemeClr val="accent3">
                    <a:lumMod val="25000"/>
                  </a:schemeClr>
                </a:solidFill>
                <a:uFillTx/>
                <a:latin typeface="Abadi"/>
              </a:rPr>
              <a:t>scatter point of Flight number vs. Orbit type</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Show the screenshot of the scatter plot with explanations</a:t>
            </a:r>
            <a:endParaRPr b="0" lang="en-US" sz="2200" strike="noStrike" u="none">
              <a:solidFill>
                <a:schemeClr val="dk1"/>
              </a:solidFill>
              <a:uFillTx/>
              <a:latin typeface="Calibri"/>
            </a:endParaRPr>
          </a:p>
        </p:txBody>
      </p:sp>
      <p:sp>
        <p:nvSpPr>
          <p:cNvPr id="146"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Flight Number vs. Orbit Type</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A9427DC4-FFEE-42EC-A255-AA57CE3BEA11}"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7" name="PlaceHolder 1"/>
          <p:cNvSpPr>
            <a:spLocks noGrp="1"/>
          </p:cNvSpPr>
          <p:nvPr>
            <p:ph/>
          </p:nvPr>
        </p:nvSpPr>
        <p:spPr>
          <a:xfrm>
            <a:off x="770040" y="2057400"/>
            <a:ext cx="3931920" cy="3811320"/>
          </a:xfrm>
          <a:prstGeom prst="rect">
            <a:avLst/>
          </a:prstGeom>
          <a:noFill/>
          <a:ln w="0">
            <a:noFill/>
          </a:ln>
        </p:spPr>
        <p:txBody>
          <a:bodyPr lIns="90000" rIns="90000" tIns="45000" bIns="45000" anchor="t">
            <a:normAutofit/>
          </a:bodyPr>
          <a:p>
            <a:pPr marL="228600" indent="-228600" defTabSz="914400">
              <a:lnSpc>
                <a:spcPct val="100000"/>
              </a:lnSpc>
              <a:spcBef>
                <a:spcPts val="1400"/>
              </a:spcBef>
              <a:buClr>
                <a:srgbClr val="292929"/>
              </a:buClr>
              <a:buFont typeface="Arial"/>
              <a:buChar char="•"/>
            </a:pPr>
            <a:r>
              <a:rPr b="0" lang="en-CA" sz="2200" strike="noStrike" u="none">
                <a:solidFill>
                  <a:schemeClr val="accent3">
                    <a:lumMod val="25000"/>
                  </a:schemeClr>
                </a:solidFill>
                <a:uFillTx/>
                <a:latin typeface="Abadi"/>
              </a:rPr>
              <a:t>Show a </a:t>
            </a:r>
            <a:r>
              <a:rPr b="0" lang="en-US" sz="2200" strike="noStrike" u="none">
                <a:solidFill>
                  <a:schemeClr val="accent3">
                    <a:lumMod val="25000"/>
                  </a:schemeClr>
                </a:solidFill>
                <a:uFillTx/>
                <a:latin typeface="Abadi"/>
              </a:rPr>
              <a:t>scatter point of payload vs. orbit type</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Show the screenshot of the scatter plot with explanations</a:t>
            </a:r>
            <a:endParaRPr b="0" lang="en-US" sz="2200" strike="noStrike" u="none">
              <a:solidFill>
                <a:schemeClr val="dk1"/>
              </a:solidFill>
              <a:uFillTx/>
              <a:latin typeface="Calibri"/>
            </a:endParaRPr>
          </a:p>
        </p:txBody>
      </p:sp>
      <p:sp>
        <p:nvSpPr>
          <p:cNvPr id="148"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Payload vs. Orbit Type</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F48D6511-F7F6-441E-900C-1226AF5EB112}"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9" name="PlaceHolder 1"/>
          <p:cNvSpPr>
            <a:spLocks noGrp="1"/>
          </p:cNvSpPr>
          <p:nvPr>
            <p:ph/>
          </p:nvPr>
        </p:nvSpPr>
        <p:spPr>
          <a:xfrm>
            <a:off x="770040" y="2069640"/>
            <a:ext cx="3931920" cy="3811320"/>
          </a:xfrm>
          <a:prstGeom prst="rect">
            <a:avLst/>
          </a:prstGeom>
          <a:noFill/>
          <a:ln w="0">
            <a:noFill/>
          </a:ln>
        </p:spPr>
        <p:txBody>
          <a:bodyPr lIns="90000" rIns="90000" tIns="45000" bIns="45000" anchor="t">
            <a:normAutofit/>
          </a:bodyPr>
          <a:p>
            <a:pPr marL="228600" indent="-228600" defTabSz="914400">
              <a:lnSpc>
                <a:spcPct val="100000"/>
              </a:lnSpc>
              <a:spcBef>
                <a:spcPts val="1400"/>
              </a:spcBef>
              <a:buClr>
                <a:srgbClr val="292929"/>
              </a:buClr>
              <a:buFont typeface="Arial"/>
              <a:buChar char="•"/>
            </a:pPr>
            <a:r>
              <a:rPr b="0" lang="en-CA" sz="2200" strike="noStrike" u="none">
                <a:solidFill>
                  <a:schemeClr val="accent3">
                    <a:lumMod val="25000"/>
                  </a:schemeClr>
                </a:solidFill>
                <a:uFillTx/>
                <a:latin typeface="Abadi"/>
              </a:rPr>
              <a:t>Show a </a:t>
            </a:r>
            <a:r>
              <a:rPr b="0" lang="en-US" sz="2200" strike="noStrike" u="none">
                <a:solidFill>
                  <a:schemeClr val="accent3">
                    <a:lumMod val="25000"/>
                  </a:schemeClr>
                </a:solidFill>
                <a:uFillTx/>
                <a:latin typeface="Abadi"/>
              </a:rPr>
              <a:t>line chart of yearly average success rate</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Show the screenshot of the scatter plot with explanations</a:t>
            </a:r>
            <a:endParaRPr b="0" lang="en-US" sz="2200" strike="noStrike" u="none">
              <a:solidFill>
                <a:schemeClr val="dk1"/>
              </a:solidFill>
              <a:uFillTx/>
              <a:latin typeface="Calibri"/>
            </a:endParaRPr>
          </a:p>
        </p:txBody>
      </p:sp>
      <p:sp>
        <p:nvSpPr>
          <p:cNvPr id="150"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Launch Success Yearly Trend</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BFFDEDFE-2ED3-4422-B84B-99A25A0D5F3D}"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1" name="PlaceHolder 1"/>
          <p:cNvSpPr>
            <a:spLocks noGrp="1"/>
          </p:cNvSpPr>
          <p:nvPr>
            <p:ph/>
          </p:nvPr>
        </p:nvSpPr>
        <p:spPr>
          <a:xfrm>
            <a:off x="770040" y="1825560"/>
            <a:ext cx="9745200" cy="4350960"/>
          </a:xfrm>
          <a:prstGeom prst="rect">
            <a:avLst/>
          </a:prstGeom>
          <a:noFill/>
          <a:ln w="0">
            <a:noFill/>
          </a:ln>
        </p:spPr>
        <p:txBody>
          <a:bodyPr lIns="90000" rIns="90000" tIns="45000" bIns="4500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Find the names of the unique launch sites</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Present your query result with a short explanation here</a:t>
            </a:r>
            <a:endParaRPr b="0" lang="en-US" sz="2200" strike="noStrike" u="none">
              <a:solidFill>
                <a:schemeClr val="dk1"/>
              </a:solidFill>
              <a:uFillTx/>
              <a:latin typeface="Calibri"/>
            </a:endParaRPr>
          </a:p>
        </p:txBody>
      </p:sp>
      <p:sp>
        <p:nvSpPr>
          <p:cNvPr id="152"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All Launch Site Names</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48761FE8-054A-4BB3-BEEF-775AC8F6BAD3}"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3" name="PlaceHolder 1"/>
          <p:cNvSpPr>
            <a:spLocks noGrp="1"/>
          </p:cNvSpPr>
          <p:nvPr>
            <p:ph/>
          </p:nvPr>
        </p:nvSpPr>
        <p:spPr>
          <a:xfrm>
            <a:off x="770040" y="1825560"/>
            <a:ext cx="9745200" cy="4350960"/>
          </a:xfrm>
          <a:prstGeom prst="rect">
            <a:avLst/>
          </a:prstGeom>
          <a:noFill/>
          <a:ln w="0">
            <a:noFill/>
          </a:ln>
        </p:spPr>
        <p:txBody>
          <a:bodyPr lIns="90000" rIns="90000" tIns="45000" bIns="4500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Find 5 records where launch sites begin with `CCA`</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Present your query result with a short explanation here</a:t>
            </a:r>
            <a:endParaRPr b="0" lang="en-US" sz="2200" strike="noStrike" u="none">
              <a:solidFill>
                <a:schemeClr val="dk1"/>
              </a:solidFill>
              <a:uFillTx/>
              <a:latin typeface="Calibri"/>
            </a:endParaRPr>
          </a:p>
        </p:txBody>
      </p:sp>
      <p:sp>
        <p:nvSpPr>
          <p:cNvPr id="154"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Launch Site Names Begin with 'CCA'</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B04EDEA5-C83C-449A-879B-65686F38F81C}"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5" name="PlaceHolder 1"/>
          <p:cNvSpPr>
            <a:spLocks noGrp="1"/>
          </p:cNvSpPr>
          <p:nvPr>
            <p:ph/>
          </p:nvPr>
        </p:nvSpPr>
        <p:spPr>
          <a:xfrm>
            <a:off x="770040" y="1825560"/>
            <a:ext cx="9745200" cy="4350960"/>
          </a:xfrm>
          <a:prstGeom prst="rect">
            <a:avLst/>
          </a:prstGeom>
          <a:noFill/>
          <a:ln w="0">
            <a:noFill/>
          </a:ln>
        </p:spPr>
        <p:txBody>
          <a:bodyPr lIns="90000" rIns="90000" tIns="45000" bIns="4500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Calculate the total payload carried by boosters from NASA</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Present your query result with a short explanation here</a:t>
            </a:r>
            <a:endParaRPr b="0" lang="en-US" sz="2200" strike="noStrike" u="none">
              <a:solidFill>
                <a:schemeClr val="dk1"/>
              </a:solidFill>
              <a:uFillTx/>
              <a:latin typeface="Calibri"/>
            </a:endParaRPr>
          </a:p>
        </p:txBody>
      </p:sp>
      <p:sp>
        <p:nvSpPr>
          <p:cNvPr id="156"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Total Payload Mass</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F546BCC5-0433-40CD-B5C1-90A6C2C201B0}"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7" name="PlaceHolder 1"/>
          <p:cNvSpPr>
            <a:spLocks noGrp="1"/>
          </p:cNvSpPr>
          <p:nvPr>
            <p:ph/>
          </p:nvPr>
        </p:nvSpPr>
        <p:spPr>
          <a:xfrm>
            <a:off x="770040" y="1825560"/>
            <a:ext cx="9745200" cy="4350960"/>
          </a:xfrm>
          <a:prstGeom prst="rect">
            <a:avLst/>
          </a:prstGeom>
          <a:noFill/>
          <a:ln w="0">
            <a:noFill/>
          </a:ln>
        </p:spPr>
        <p:txBody>
          <a:bodyPr lIns="90000" rIns="90000" tIns="45000" bIns="4500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Calculate the average payload mass carried by booster version F9 v1.1</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Present your query result with a short explanation here</a:t>
            </a:r>
            <a:endParaRPr b="0" lang="en-US" sz="2200" strike="noStrike" u="none">
              <a:solidFill>
                <a:schemeClr val="dk1"/>
              </a:solidFill>
              <a:uFillTx/>
              <a:latin typeface="Calibri"/>
            </a:endParaRPr>
          </a:p>
        </p:txBody>
      </p:sp>
      <p:sp>
        <p:nvSpPr>
          <p:cNvPr id="158"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Average Payload Mass by F9 v1.1</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ADAE8E69-B9FE-40C7-9902-2899666A73E5}"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9" name="PlaceHolder 1"/>
          <p:cNvSpPr>
            <a:spLocks noGrp="1"/>
          </p:cNvSpPr>
          <p:nvPr>
            <p:ph/>
          </p:nvPr>
        </p:nvSpPr>
        <p:spPr>
          <a:xfrm>
            <a:off x="770040" y="1825560"/>
            <a:ext cx="9745200" cy="4350960"/>
          </a:xfrm>
          <a:prstGeom prst="rect">
            <a:avLst/>
          </a:prstGeom>
          <a:noFill/>
          <a:ln w="0">
            <a:noFill/>
          </a:ln>
        </p:spPr>
        <p:txBody>
          <a:bodyPr lIns="91440" rIns="91440" tIns="45720" bIns="4572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Find the dates of the first successful landing outcome on ground pad</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Present your query result with a short explanation here</a:t>
            </a:r>
            <a:endParaRPr b="0" lang="en-US" sz="2200" strike="noStrike" u="none">
              <a:solidFill>
                <a:schemeClr val="dk1"/>
              </a:solidFill>
              <a:uFillTx/>
              <a:latin typeface="Calibri"/>
            </a:endParaRPr>
          </a:p>
        </p:txBody>
      </p:sp>
      <p:sp>
        <p:nvSpPr>
          <p:cNvPr id="160"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First Successful Ground Landing Date</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9BBC9D7E-532C-4D49-912D-66E1E4FAC087}"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61" name="PlaceHolder 1"/>
          <p:cNvSpPr>
            <a:spLocks noGrp="1"/>
          </p:cNvSpPr>
          <p:nvPr>
            <p:ph/>
          </p:nvPr>
        </p:nvSpPr>
        <p:spPr>
          <a:xfrm>
            <a:off x="770040" y="1825560"/>
            <a:ext cx="9745200" cy="4350960"/>
          </a:xfrm>
          <a:prstGeom prst="rect">
            <a:avLst/>
          </a:prstGeom>
          <a:noFill/>
          <a:ln w="0">
            <a:noFill/>
          </a:ln>
        </p:spPr>
        <p:txBody>
          <a:bodyPr lIns="91440" rIns="91440" tIns="45720" bIns="4572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List the names of boosters which </a:t>
            </a:r>
            <a:r>
              <a:rPr b="0" lang="en-US" sz="2200" strike="noStrike" u="none">
                <a:solidFill>
                  <a:schemeClr val="accent3">
                    <a:lumMod val="25000"/>
                  </a:schemeClr>
                </a:solidFill>
                <a:uFillTx/>
                <a:latin typeface="Abadi"/>
              </a:rPr>
              <a:t>have successfully landed on drone </a:t>
            </a:r>
            <a:r>
              <a:rPr b="0" lang="en-US" sz="2200" strike="noStrike" u="none">
                <a:solidFill>
                  <a:schemeClr val="accent3">
                    <a:lumMod val="25000"/>
                  </a:schemeClr>
                </a:solidFill>
                <a:uFillTx/>
                <a:latin typeface="Abadi"/>
              </a:rPr>
              <a:t>ship and had payload mass </a:t>
            </a:r>
            <a:r>
              <a:rPr b="0" lang="en-US" sz="2200" strike="noStrike" u="none">
                <a:solidFill>
                  <a:schemeClr val="accent3">
                    <a:lumMod val="25000"/>
                  </a:schemeClr>
                </a:solidFill>
                <a:uFillTx/>
                <a:latin typeface="Abadi"/>
              </a:rPr>
              <a:t>greater than 4000 but less than </a:t>
            </a:r>
            <a:r>
              <a:rPr b="0" lang="en-US" sz="2200" strike="noStrike" u="none">
                <a:solidFill>
                  <a:schemeClr val="accent3">
                    <a:lumMod val="25000"/>
                  </a:schemeClr>
                </a:solidFill>
                <a:uFillTx/>
                <a:latin typeface="Abadi"/>
              </a:rPr>
              <a:t>6000</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Present your query result with a </a:t>
            </a:r>
            <a:r>
              <a:rPr b="0" lang="en-US" sz="2200" strike="noStrike" u="none">
                <a:solidFill>
                  <a:schemeClr val="accent3">
                    <a:lumMod val="25000"/>
                  </a:schemeClr>
                </a:solidFill>
                <a:uFillTx/>
                <a:latin typeface="Abadi"/>
              </a:rPr>
              <a:t>short explanation here</a:t>
            </a:r>
            <a:endParaRPr b="0" lang="en-US" sz="2200" strike="noStrike" u="none">
              <a:solidFill>
                <a:schemeClr val="dk1"/>
              </a:solidFill>
              <a:uFillTx/>
              <a:latin typeface="Calibri"/>
            </a:endParaRPr>
          </a:p>
        </p:txBody>
      </p:sp>
      <p:sp>
        <p:nvSpPr>
          <p:cNvPr id="162"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62500" lnSpcReduction="19999"/>
          </a:bodyPr>
          <a:p>
            <a:pPr defTabSz="914400">
              <a:lnSpc>
                <a:spcPct val="90000"/>
              </a:lnSpc>
            </a:pPr>
            <a:r>
              <a:rPr b="0" lang="en-US" sz="4000" strike="noStrike" u="none">
                <a:solidFill>
                  <a:srgbClr val="0b49cb"/>
                </a:solidFill>
                <a:uFillTx/>
                <a:latin typeface="Abadi"/>
                <a:ea typeface="IBM Plex Mono SemiBold"/>
              </a:rPr>
              <a:t>Successful Drone Ship Landing with Payload between 4000 and 6000</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B86F5FC2-D32D-4494-8552-6137569675D7}" type="slidenum">
              <a:t>30</a:t>
            </a:fld>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63" name="PlaceHolder 1"/>
          <p:cNvSpPr>
            <a:spLocks noGrp="1"/>
          </p:cNvSpPr>
          <p:nvPr>
            <p:ph/>
          </p:nvPr>
        </p:nvSpPr>
        <p:spPr>
          <a:xfrm>
            <a:off x="770040" y="1825560"/>
            <a:ext cx="9745200" cy="4350960"/>
          </a:xfrm>
          <a:prstGeom prst="rect">
            <a:avLst/>
          </a:prstGeom>
          <a:noFill/>
          <a:ln w="0">
            <a:noFill/>
          </a:ln>
        </p:spPr>
        <p:txBody>
          <a:bodyPr lIns="90000" rIns="90000" tIns="45000" bIns="4500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Calculate the total number of successful </a:t>
            </a:r>
            <a:r>
              <a:rPr b="0" lang="en-US" sz="2200" strike="noStrike" u="none">
                <a:solidFill>
                  <a:schemeClr val="accent3">
                    <a:lumMod val="25000"/>
                  </a:schemeClr>
                </a:solidFill>
                <a:uFillTx/>
                <a:latin typeface="Abadi"/>
              </a:rPr>
              <a:t>and failure mission outcomes</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Present your query result with a short </a:t>
            </a:r>
            <a:r>
              <a:rPr b="0" lang="en-US" sz="2200" strike="noStrike" u="none">
                <a:solidFill>
                  <a:schemeClr val="accent3">
                    <a:lumMod val="25000"/>
                  </a:schemeClr>
                </a:solidFill>
                <a:uFillTx/>
                <a:latin typeface="Abadi"/>
              </a:rPr>
              <a:t>explanation here</a:t>
            </a:r>
            <a:endParaRPr b="0" lang="en-US" sz="2200" strike="noStrike" u="none">
              <a:solidFill>
                <a:schemeClr val="dk1"/>
              </a:solidFill>
              <a:uFillTx/>
              <a:latin typeface="Calibri"/>
            </a:endParaRPr>
          </a:p>
        </p:txBody>
      </p:sp>
      <p:sp>
        <p:nvSpPr>
          <p:cNvPr id="164"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70000" lnSpcReduction="19999"/>
          </a:bodyPr>
          <a:p>
            <a:pPr defTabSz="914400">
              <a:lnSpc>
                <a:spcPct val="90000"/>
              </a:lnSpc>
            </a:pPr>
            <a:r>
              <a:rPr b="0" lang="en-US" sz="4000" strike="noStrike" u="none">
                <a:solidFill>
                  <a:srgbClr val="0b49cb"/>
                </a:solidFill>
                <a:uFillTx/>
                <a:latin typeface="Abadi"/>
                <a:ea typeface="IBM Plex Mono SemiBold"/>
              </a:rPr>
              <a:t>Total Number of Successful and Failure Mission Outcomes</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1CD0DB86-B3B2-4806-92AA-E0CDCDA6F149}" type="slidenum">
              <a:t>31</a:t>
            </a:fld>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65" name="PlaceHolder 1"/>
          <p:cNvSpPr>
            <a:spLocks noGrp="1"/>
          </p:cNvSpPr>
          <p:nvPr>
            <p:ph/>
          </p:nvPr>
        </p:nvSpPr>
        <p:spPr>
          <a:xfrm>
            <a:off x="770040" y="1825560"/>
            <a:ext cx="9745200" cy="4350960"/>
          </a:xfrm>
          <a:prstGeom prst="rect">
            <a:avLst/>
          </a:prstGeom>
          <a:noFill/>
          <a:ln w="0">
            <a:noFill/>
          </a:ln>
        </p:spPr>
        <p:txBody>
          <a:bodyPr lIns="90000" rIns="90000" tIns="45000" bIns="4500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List the names of the booster which have carried the maximum payload mass</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Present your query result with a short explanation here</a:t>
            </a:r>
            <a:endParaRPr b="0" lang="en-US" sz="2200" strike="noStrike" u="none">
              <a:solidFill>
                <a:schemeClr val="dk1"/>
              </a:solidFill>
              <a:uFillTx/>
              <a:latin typeface="Calibri"/>
            </a:endParaRPr>
          </a:p>
        </p:txBody>
      </p:sp>
      <p:sp>
        <p:nvSpPr>
          <p:cNvPr id="166"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Boosters Carried Maximum Payload</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DC8934BC-240B-4183-9E6A-0E7F0FABBB03}" type="slidenum">
              <a:t>32</a:t>
            </a:fld>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67" name="PlaceHolder 1"/>
          <p:cNvSpPr>
            <a:spLocks noGrp="1"/>
          </p:cNvSpPr>
          <p:nvPr>
            <p:ph/>
          </p:nvPr>
        </p:nvSpPr>
        <p:spPr>
          <a:xfrm>
            <a:off x="770040" y="1825560"/>
            <a:ext cx="9745200" cy="4350960"/>
          </a:xfrm>
          <a:prstGeom prst="rect">
            <a:avLst/>
          </a:prstGeom>
          <a:noFill/>
          <a:ln w="0">
            <a:noFill/>
          </a:ln>
        </p:spPr>
        <p:txBody>
          <a:bodyPr lIns="91440" rIns="91440" tIns="45720" bIns="4572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List the failed landing_outcomes in drone ship, their booster versions, and launch site names for in year 2015</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Present your query result with a short explanation here</a:t>
            </a:r>
            <a:endParaRPr b="0" lang="en-US" sz="2200" strike="noStrike" u="none">
              <a:solidFill>
                <a:schemeClr val="dk1"/>
              </a:solidFill>
              <a:uFillTx/>
              <a:latin typeface="Calibri"/>
            </a:endParaRPr>
          </a:p>
        </p:txBody>
      </p:sp>
      <p:sp>
        <p:nvSpPr>
          <p:cNvPr id="168"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2015 Launch Records</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602A2558-ACEA-4641-ACCE-1A1AD2DD4D66}" type="slidenum">
              <a:t>33</a:t>
            </a:fld>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69" name="PlaceHolder 1"/>
          <p:cNvSpPr>
            <a:spLocks noGrp="1"/>
          </p:cNvSpPr>
          <p:nvPr>
            <p:ph/>
          </p:nvPr>
        </p:nvSpPr>
        <p:spPr>
          <a:xfrm>
            <a:off x="770040" y="1825560"/>
            <a:ext cx="9745200" cy="4350960"/>
          </a:xfrm>
          <a:prstGeom prst="rect">
            <a:avLst/>
          </a:prstGeom>
          <a:noFill/>
          <a:ln w="0">
            <a:noFill/>
          </a:ln>
        </p:spPr>
        <p:txBody>
          <a:bodyPr lIns="91440" rIns="91440" tIns="45720" bIns="45720" anchor="t">
            <a:no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Rank the count of landing outcomes (such as Failure (drone ship) or Success (ground pad)) between the date 2010-06-04 and 2017-03-20, in descending order</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Present your query result with a short explanation here</a:t>
            </a:r>
            <a:endParaRPr b="0" lang="en-US" sz="2200" strike="noStrike" u="none">
              <a:solidFill>
                <a:schemeClr val="dk1"/>
              </a:solidFill>
              <a:uFillTx/>
              <a:latin typeface="Calibri"/>
            </a:endParaRPr>
          </a:p>
        </p:txBody>
      </p:sp>
      <p:sp>
        <p:nvSpPr>
          <p:cNvPr id="170"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70000" lnSpcReduction="19999"/>
          </a:bodyPr>
          <a:p>
            <a:pPr defTabSz="914400">
              <a:lnSpc>
                <a:spcPct val="90000"/>
              </a:lnSpc>
            </a:pPr>
            <a:r>
              <a:rPr b="0" lang="en-US" sz="4000" strike="noStrike" u="none">
                <a:solidFill>
                  <a:srgbClr val="0b49cb"/>
                </a:solidFill>
                <a:uFillTx/>
                <a:latin typeface="Abadi"/>
                <a:ea typeface="IBM Plex Mono SemiBold"/>
              </a:rPr>
              <a:t>Rank Landing Outcomes Between 2010-06-04 and 2017-03-20</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E3BCFA8F-42DF-4D42-917A-D324D917D9C7}" type="slidenum">
              <a:t>34</a:t>
            </a:fld>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71" name="TextBox 6"/>
          <p:cNvSpPr/>
          <p:nvPr/>
        </p:nvSpPr>
        <p:spPr>
          <a:xfrm>
            <a:off x="811080" y="2529720"/>
            <a:ext cx="1032120" cy="363960"/>
          </a:xfrm>
          <a:prstGeom prst="rect">
            <a:avLst/>
          </a:prstGeom>
          <a:solidFill>
            <a:srgbClr val="0948cb"/>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trike="noStrike" u="none">
                <a:solidFill>
                  <a:schemeClr val="lt1"/>
                </a:solidFill>
                <a:uFillTx/>
                <a:latin typeface="Calibri"/>
              </a:rPr>
              <a:t>Section 3</a:t>
            </a:r>
            <a:endParaRPr b="0" lang="pl-PL" sz="18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72" name="PlaceHolder 1"/>
          <p:cNvSpPr>
            <a:spLocks noGrp="1"/>
          </p:cNvSpPr>
          <p:nvPr>
            <p:ph/>
          </p:nvPr>
        </p:nvSpPr>
        <p:spPr>
          <a:xfrm>
            <a:off x="770040" y="1825560"/>
            <a:ext cx="9745200" cy="4350960"/>
          </a:xfrm>
          <a:prstGeom prst="rect">
            <a:avLst/>
          </a:prstGeom>
          <a:noFill/>
          <a:ln w="0">
            <a:noFill/>
          </a:ln>
        </p:spPr>
        <p:txBody>
          <a:bodyPr lIns="91440" rIns="91440" tIns="45720" bIns="4572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Replace &lt;Folium map screenshot 1&gt; title with an appropriate title</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Explore the generated folium map and make a proper screenshot to include all launch sites’ location markers on a global map</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Explain the important elements and findings on the screenshot</a:t>
            </a:r>
            <a:endParaRPr b="0" lang="en-US" sz="2200" strike="noStrike" u="none">
              <a:solidFill>
                <a:schemeClr val="dk1"/>
              </a:solidFill>
              <a:uFillTx/>
              <a:latin typeface="Calibri"/>
            </a:endParaRPr>
          </a:p>
          <a:p>
            <a:pPr indent="0" defTabSz="914400">
              <a:lnSpc>
                <a:spcPct val="100000"/>
              </a:lnSpc>
              <a:buNone/>
            </a:pPr>
            <a:endParaRPr b="0" lang="en-US" sz="1800" strike="noStrike" u="none">
              <a:solidFill>
                <a:schemeClr val="dk1"/>
              </a:solidFill>
              <a:uFillTx/>
              <a:latin typeface="Calibri"/>
            </a:endParaRPr>
          </a:p>
        </p:txBody>
      </p:sp>
      <p:sp>
        <p:nvSpPr>
          <p:cNvPr id="173"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&lt;Folium Map Screenshot 1&gt;</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65DC42D9-AAAF-4B0D-A65A-334F2F036388}" type="slidenum">
              <a:t>36</a:t>
            </a:fld>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74" name="PlaceHolder 1"/>
          <p:cNvSpPr>
            <a:spLocks noGrp="1"/>
          </p:cNvSpPr>
          <p:nvPr>
            <p:ph/>
          </p:nvPr>
        </p:nvSpPr>
        <p:spPr>
          <a:xfrm>
            <a:off x="770040" y="1825560"/>
            <a:ext cx="9745200" cy="4350960"/>
          </a:xfrm>
          <a:prstGeom prst="rect">
            <a:avLst/>
          </a:prstGeom>
          <a:noFill/>
          <a:ln w="0">
            <a:noFill/>
          </a:ln>
        </p:spPr>
        <p:txBody>
          <a:bodyPr lIns="91440" rIns="91440" tIns="45720" bIns="4572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Replace &lt;Folium map screenshot 2&gt; title with an appropriate title</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ea typeface="Calibri"/>
              </a:rPr>
              <a:t>Explore the folium map and make a proper screenshot to show the color-labeled launch outcomes on the map</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ea typeface="Calibri"/>
              </a:rPr>
              <a:t>Explain the important elements and findings on the screenshot</a:t>
            </a:r>
            <a:endParaRPr b="0" lang="en-US" sz="2200" strike="noStrike" u="none">
              <a:solidFill>
                <a:schemeClr val="dk1"/>
              </a:solidFill>
              <a:uFillTx/>
              <a:latin typeface="Calibri"/>
            </a:endParaRPr>
          </a:p>
          <a:p>
            <a:pPr indent="0" defTabSz="914400">
              <a:lnSpc>
                <a:spcPct val="100000"/>
              </a:lnSpc>
              <a:spcBef>
                <a:spcPts val="1400"/>
              </a:spcBef>
              <a:buNone/>
            </a:pPr>
            <a:endParaRPr b="0" lang="en-US" sz="1800" strike="noStrike" u="none">
              <a:solidFill>
                <a:schemeClr val="dk1"/>
              </a:solidFill>
              <a:uFillTx/>
              <a:latin typeface="Calibri"/>
            </a:endParaRPr>
          </a:p>
        </p:txBody>
      </p:sp>
      <p:sp>
        <p:nvSpPr>
          <p:cNvPr id="175"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&lt;Folium Map Screenshot 2&gt;</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EA7C5F59-B269-44AE-B1C9-185940160CAA}" type="slidenum">
              <a:t>37</a:t>
            </a:fld>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76" name="PlaceHolder 1"/>
          <p:cNvSpPr>
            <a:spLocks noGrp="1"/>
          </p:cNvSpPr>
          <p:nvPr>
            <p:ph/>
          </p:nvPr>
        </p:nvSpPr>
        <p:spPr>
          <a:xfrm>
            <a:off x="770040" y="1690560"/>
            <a:ext cx="8597520" cy="4314600"/>
          </a:xfrm>
          <a:prstGeom prst="rect">
            <a:avLst/>
          </a:prstGeom>
          <a:noFill/>
          <a:ln w="0">
            <a:noFill/>
          </a:ln>
        </p:spPr>
        <p:txBody>
          <a:bodyPr lIns="91440" rIns="91440" tIns="45720" bIns="4572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Replace &lt;Folium map screenshot 3&gt; title with an appropriate title</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Explore the generated folium map and show the screenshot of a selected launch site to its proximities such as railway, highway, coastline, with distance calculated and displayed</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Explain the important elements and findings on the screenshot</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p:txBody>
      </p:sp>
      <p:sp>
        <p:nvSpPr>
          <p:cNvPr id="177"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&lt;Folium Map Screenshot 3&gt;</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758C9C14-2833-429F-9789-6EA9D441EBBD}" type="slidenum">
              <a:t>38</a:t>
            </a:fld>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78" name="TextBox 1"/>
          <p:cNvSpPr/>
          <p:nvPr/>
        </p:nvSpPr>
        <p:spPr>
          <a:xfrm>
            <a:off x="811080" y="2529720"/>
            <a:ext cx="1032120" cy="363960"/>
          </a:xfrm>
          <a:prstGeom prst="rect">
            <a:avLst/>
          </a:prstGeom>
          <a:solidFill>
            <a:srgbClr val="0948cb"/>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trike="noStrike" u="none">
                <a:solidFill>
                  <a:schemeClr val="lt1"/>
                </a:solidFill>
                <a:uFillTx/>
                <a:latin typeface="Calibri"/>
              </a:rPr>
              <a:t>Section 4</a:t>
            </a:r>
            <a:endParaRPr b="0" lang="pl-PL" sz="18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79" name="PlaceHolder 1"/>
          <p:cNvSpPr>
            <a:spLocks noGrp="1"/>
          </p:cNvSpPr>
          <p:nvPr>
            <p:ph/>
          </p:nvPr>
        </p:nvSpPr>
        <p:spPr>
          <a:xfrm>
            <a:off x="770040" y="1825560"/>
            <a:ext cx="9745200" cy="4350960"/>
          </a:xfrm>
          <a:prstGeom prst="rect">
            <a:avLst/>
          </a:prstGeom>
          <a:noFill/>
          <a:ln w="0">
            <a:noFill/>
          </a:ln>
        </p:spPr>
        <p:txBody>
          <a:bodyPr lIns="91440" rIns="91440" tIns="45720" bIns="4572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Replace &lt;Dashboard screenshot 1&gt; title with an appropriate title</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Show the screenshot of launch success count for all sites, in a piechart</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Explain the important elements and findings on the screenshot</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p:txBody>
      </p:sp>
      <p:sp>
        <p:nvSpPr>
          <p:cNvPr id="180"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&lt;Dashboard Screenshot 1&gt;</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DD00F064-D688-4AF8-863B-F6F69A2098FC}" type="slidenum">
              <a:t>40</a:t>
            </a:fld>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81" name="PlaceHolder 1"/>
          <p:cNvSpPr>
            <a:spLocks noGrp="1"/>
          </p:cNvSpPr>
          <p:nvPr>
            <p:ph/>
          </p:nvPr>
        </p:nvSpPr>
        <p:spPr>
          <a:xfrm>
            <a:off x="734040" y="1825560"/>
            <a:ext cx="10551240" cy="4350960"/>
          </a:xfrm>
          <a:prstGeom prst="rect">
            <a:avLst/>
          </a:prstGeom>
          <a:noFill/>
          <a:ln w="0">
            <a:noFill/>
          </a:ln>
        </p:spPr>
        <p:txBody>
          <a:bodyPr lIns="91440" rIns="91440" tIns="45720" bIns="4572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Replace &lt;Dashboard screenshot 2&gt; title with an appropriate title</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Show the screenshot of the piechart for the launch site with highest launch success ratio</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Explain the important elements and findings on the screenshot</a:t>
            </a:r>
            <a:endParaRPr b="0" lang="en-US" sz="2200" strike="noStrike" u="none">
              <a:solidFill>
                <a:schemeClr val="dk1"/>
              </a:solidFill>
              <a:uFillTx/>
              <a:latin typeface="Calibri"/>
            </a:endParaRPr>
          </a:p>
          <a:p>
            <a:pPr indent="0" defTabSz="914400">
              <a:lnSpc>
                <a:spcPct val="100000"/>
              </a:lnSpc>
              <a:buNone/>
            </a:pPr>
            <a:endParaRPr b="0" lang="en-US" sz="1800" strike="noStrike" u="none">
              <a:solidFill>
                <a:schemeClr val="dk1"/>
              </a:solidFill>
              <a:uFillTx/>
              <a:latin typeface="Calibri"/>
            </a:endParaRPr>
          </a:p>
        </p:txBody>
      </p:sp>
      <p:sp>
        <p:nvSpPr>
          <p:cNvPr id="182"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&lt;Dashboard Screenshot 2&gt;</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A632A0D8-6976-4DC6-8E44-E59FE7256743}" type="slidenum">
              <a:t>41</a:t>
            </a:fld>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83" name="PlaceHolder 1"/>
          <p:cNvSpPr>
            <a:spLocks noGrp="1"/>
          </p:cNvSpPr>
          <p:nvPr>
            <p:ph/>
          </p:nvPr>
        </p:nvSpPr>
        <p:spPr>
          <a:xfrm>
            <a:off x="770040" y="1825560"/>
            <a:ext cx="10414440" cy="4350960"/>
          </a:xfrm>
          <a:prstGeom prst="rect">
            <a:avLst/>
          </a:prstGeom>
          <a:noFill/>
          <a:ln w="0">
            <a:noFill/>
          </a:ln>
        </p:spPr>
        <p:txBody>
          <a:bodyPr lIns="91440" rIns="91440" tIns="45720" bIns="4572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Replace &lt;Dashboard screenshot 3&gt; title with an appropriate title</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Show screenshots of Payload vs. Launch Outcome scatter plot for all sites, with different payload selected in the range slider</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Explain the important elements and findings on the screenshot, such as which payload range or booster version have the largest success rate, etc.</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p:txBody>
      </p:sp>
      <p:sp>
        <p:nvSpPr>
          <p:cNvPr id="184"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&lt;Dashboard Screenshot 3&gt;</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16EA5F2B-E3D4-4DAC-BD4A-16C73F4F981D}" type="slidenum">
              <a:t>42</a:t>
            </a:fld>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85" name="TextBox 1"/>
          <p:cNvSpPr/>
          <p:nvPr/>
        </p:nvSpPr>
        <p:spPr>
          <a:xfrm>
            <a:off x="811080" y="2529720"/>
            <a:ext cx="1032120" cy="363960"/>
          </a:xfrm>
          <a:prstGeom prst="rect">
            <a:avLst/>
          </a:prstGeom>
          <a:solidFill>
            <a:srgbClr val="0948cb"/>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trike="noStrike" u="none">
                <a:solidFill>
                  <a:schemeClr val="lt1"/>
                </a:solidFill>
                <a:uFillTx/>
                <a:latin typeface="Calibri"/>
              </a:rPr>
              <a:t>Section 5</a:t>
            </a:r>
            <a:endParaRPr b="0" lang="pl-PL" sz="1800" strike="noStrike" u="none">
              <a:solidFill>
                <a:srgbClr val="ffffff"/>
              </a:solidFill>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86" name="PlaceHolder 1"/>
          <p:cNvSpPr>
            <a:spLocks noGrp="1"/>
          </p:cNvSpPr>
          <p:nvPr>
            <p:ph/>
          </p:nvPr>
        </p:nvSpPr>
        <p:spPr>
          <a:xfrm>
            <a:off x="770040" y="2082240"/>
            <a:ext cx="5325480" cy="3811320"/>
          </a:xfrm>
          <a:prstGeom prst="rect">
            <a:avLst/>
          </a:prstGeom>
          <a:noFill/>
          <a:ln w="0">
            <a:noFill/>
          </a:ln>
        </p:spPr>
        <p:txBody>
          <a:bodyPr lIns="91440" rIns="91440" tIns="45720" bIns="45720" anchor="t">
            <a:normAutofit/>
          </a:bodyPr>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Visualize the built model accuracy </a:t>
            </a:r>
            <a:r>
              <a:rPr b="0" lang="en-US" sz="2200" strike="noStrike" u="none">
                <a:solidFill>
                  <a:schemeClr val="accent3">
                    <a:lumMod val="25000"/>
                  </a:schemeClr>
                </a:solidFill>
                <a:uFillTx/>
                <a:latin typeface="Abadi"/>
              </a:rPr>
              <a:t>for all built classification models, in </a:t>
            </a:r>
            <a:r>
              <a:rPr b="0" lang="en-US" sz="2200" strike="noStrike" u="none">
                <a:solidFill>
                  <a:schemeClr val="accent3">
                    <a:lumMod val="25000"/>
                  </a:schemeClr>
                </a:solidFill>
                <a:uFillTx/>
                <a:latin typeface="Abadi"/>
              </a:rPr>
              <a:t>a bar chart</a:t>
            </a:r>
            <a:endParaRPr b="0" lang="en-US" sz="2200" strike="noStrike" u="none">
              <a:solidFill>
                <a:schemeClr val="dk1"/>
              </a:solidFill>
              <a:uFillTx/>
              <a:latin typeface="Calibri"/>
            </a:endParaRPr>
          </a:p>
          <a:p>
            <a:pPr indent="0" defTabSz="914400">
              <a:lnSpc>
                <a:spcPct val="100000"/>
              </a:lnSpc>
              <a:spcBef>
                <a:spcPts val="1400"/>
              </a:spcBef>
              <a:buNone/>
            </a:pPr>
            <a:endParaRPr b="0" lang="en-US" sz="2200" strike="noStrike" u="none">
              <a:solidFill>
                <a:schemeClr val="dk1"/>
              </a:solidFill>
              <a:uFillTx/>
              <a:latin typeface="Calibri"/>
            </a:endParaRPr>
          </a:p>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Find which model has the highest </a:t>
            </a:r>
            <a:r>
              <a:rPr b="0" lang="en-US" sz="2200" strike="noStrike" u="none">
                <a:solidFill>
                  <a:schemeClr val="accent3">
                    <a:lumMod val="25000"/>
                  </a:schemeClr>
                </a:solidFill>
                <a:uFillTx/>
                <a:latin typeface="Abadi"/>
              </a:rPr>
              <a:t>classification accuracy</a:t>
            </a:r>
            <a:endParaRPr b="0" lang="en-US" sz="2200" strike="noStrike" u="none">
              <a:solidFill>
                <a:schemeClr val="dk1"/>
              </a:solidFill>
              <a:uFillTx/>
              <a:latin typeface="Calibri"/>
            </a:endParaRPr>
          </a:p>
        </p:txBody>
      </p:sp>
      <p:sp>
        <p:nvSpPr>
          <p:cNvPr id="187"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Classification Accuracy</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4ADEBDAD-CACA-4BF7-85F3-620D050A9016}" type="slidenum">
              <a:t>44</a:t>
            </a:fld>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88" name="PlaceHolder 1"/>
          <p:cNvSpPr>
            <a:spLocks noGrp="1"/>
          </p:cNvSpPr>
          <p:nvPr>
            <p:ph/>
          </p:nvPr>
        </p:nvSpPr>
        <p:spPr>
          <a:xfrm>
            <a:off x="770040" y="2057400"/>
            <a:ext cx="9477720" cy="3811320"/>
          </a:xfrm>
          <a:prstGeom prst="rect">
            <a:avLst/>
          </a:prstGeom>
          <a:noFill/>
          <a:ln w="0">
            <a:noFill/>
          </a:ln>
        </p:spPr>
        <p:txBody>
          <a:bodyPr lIns="90000" rIns="90000" tIns="45000" bIns="45000" anchor="t">
            <a:normAutofit/>
          </a:bodyPr>
          <a:p>
            <a:pPr marL="228600" indent="-228600" defTabSz="914400">
              <a:lnSpc>
                <a:spcPct val="100000"/>
              </a:lnSpc>
              <a:spcBef>
                <a:spcPts val="1400"/>
              </a:spcBef>
              <a:buClr>
                <a:srgbClr val="292929"/>
              </a:buClr>
              <a:buFont typeface="Arial"/>
              <a:buChar char="•"/>
            </a:pPr>
            <a:r>
              <a:rPr b="0" lang="en-US" sz="2200" strike="noStrike" u="none">
                <a:solidFill>
                  <a:schemeClr val="accent3">
                    <a:lumMod val="25000"/>
                  </a:schemeClr>
                </a:solidFill>
                <a:uFillTx/>
                <a:latin typeface="Abadi"/>
              </a:rPr>
              <a:t>Show the confusion matrix of the best </a:t>
            </a:r>
            <a:r>
              <a:rPr b="0" lang="en-US" sz="2200" strike="noStrike" u="none">
                <a:solidFill>
                  <a:schemeClr val="accent3">
                    <a:lumMod val="25000"/>
                  </a:schemeClr>
                </a:solidFill>
                <a:uFillTx/>
                <a:latin typeface="Abadi"/>
              </a:rPr>
              <a:t>performing model with an explanation </a:t>
            </a:r>
            <a:endParaRPr b="0" lang="en-US" sz="2200" strike="noStrike" u="none">
              <a:solidFill>
                <a:schemeClr val="dk1"/>
              </a:solidFill>
              <a:uFillTx/>
              <a:latin typeface="Calibri"/>
            </a:endParaRPr>
          </a:p>
        </p:txBody>
      </p:sp>
      <p:sp>
        <p:nvSpPr>
          <p:cNvPr id="189"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Confusion Matrix</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F369D420-1C09-40A0-B232-A397C09D76CD}" type="slidenum">
              <a:t>45</a:t>
            </a:fld>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90" name="PlaceHolder 1"/>
          <p:cNvSpPr>
            <a:spLocks noGrp="1"/>
          </p:cNvSpPr>
          <p:nvPr>
            <p:ph/>
          </p:nvPr>
        </p:nvSpPr>
        <p:spPr>
          <a:xfrm>
            <a:off x="770040" y="1874880"/>
            <a:ext cx="5903640" cy="4350960"/>
          </a:xfrm>
          <a:prstGeom prst="rect">
            <a:avLst/>
          </a:prstGeom>
          <a:noFill/>
          <a:ln w="0">
            <a:noFill/>
          </a:ln>
        </p:spPr>
        <p:txBody>
          <a:bodyPr lIns="90000" rIns="90000" tIns="45000" bIns="4500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Point 1</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Point 2</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Point 3</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Point 4</a:t>
            </a:r>
            <a:endParaRPr b="0" lang="en-US" sz="2200" strike="noStrike" u="none">
              <a:solidFill>
                <a:schemeClr val="dk1"/>
              </a:solidFill>
              <a:uFillTx/>
              <a:latin typeface="Calibri"/>
            </a:endParaRPr>
          </a:p>
          <a:p>
            <a:pPr indent="0" defTabSz="914400">
              <a:lnSpc>
                <a:spcPct val="100000"/>
              </a:lnSpc>
              <a:spcBef>
                <a:spcPts val="1400"/>
              </a:spcBef>
              <a:buNone/>
            </a:pPr>
            <a:r>
              <a:rPr b="0" lang="en-US" sz="2200" strike="noStrike" u="none">
                <a:solidFill>
                  <a:schemeClr val="accent3">
                    <a:lumMod val="25000"/>
                  </a:schemeClr>
                </a:solidFill>
                <a:uFillTx/>
                <a:latin typeface="Abadi"/>
              </a:rPr>
              <a:t>…</a:t>
            </a:r>
            <a:endParaRPr b="0" lang="en-US" sz="2200" strike="noStrike" u="none">
              <a:solidFill>
                <a:schemeClr val="dk1"/>
              </a:solidFill>
              <a:uFillTx/>
              <a:latin typeface="Calibri"/>
            </a:endParaRPr>
          </a:p>
        </p:txBody>
      </p:sp>
      <p:sp>
        <p:nvSpPr>
          <p:cNvPr id="191"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Conclusions</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50CA0600-BE09-4A4B-83D2-0745972E5889}" type="slidenum">
              <a:t>46</a:t>
            </a:fld>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92" name="PlaceHolder 1"/>
          <p:cNvSpPr>
            <a:spLocks noGrp="1"/>
          </p:cNvSpPr>
          <p:nvPr>
            <p:ph/>
          </p:nvPr>
        </p:nvSpPr>
        <p:spPr>
          <a:xfrm>
            <a:off x="770040" y="1859400"/>
            <a:ext cx="10515240" cy="4350960"/>
          </a:xfrm>
          <a:prstGeom prst="rect">
            <a:avLst/>
          </a:prstGeom>
          <a:noFill/>
          <a:ln w="0">
            <a:noFill/>
          </a:ln>
        </p:spPr>
        <p:txBody>
          <a:bodyPr lIns="90000" rIns="90000" tIns="45000" bIns="45000" anchor="t">
            <a:normAutofit/>
          </a:bodyPr>
          <a:p>
            <a:pPr indent="0" defTabSz="914400">
              <a:lnSpc>
                <a:spcPct val="100000"/>
              </a:lnSpc>
              <a:spcBef>
                <a:spcPts val="1400"/>
              </a:spcBef>
              <a:buNone/>
            </a:pPr>
            <a:r>
              <a:rPr b="0" lang="en-US" sz="2200" strike="noStrike" u="none">
                <a:solidFill>
                  <a:schemeClr val="accent3">
                    <a:lumMod val="25000"/>
                  </a:schemeClr>
                </a:solidFill>
                <a:uFillTx/>
                <a:latin typeface="Abadi"/>
              </a:rPr>
              <a:t>Include any relevant assets like Python code snippets, SQL queries, charts, Notebook outputs, or data sets that you may have created during this project</a:t>
            </a:r>
            <a:endParaRPr b="0" lang="en-US" sz="2200" strike="noStrike" u="none">
              <a:solidFill>
                <a:schemeClr val="dk1"/>
              </a:solidFill>
              <a:uFillTx/>
              <a:latin typeface="Calibri"/>
            </a:endParaRPr>
          </a:p>
        </p:txBody>
      </p:sp>
      <p:sp>
        <p:nvSpPr>
          <p:cNvPr id="193" name="Title 1"/>
          <p:cNvSpPr/>
          <p:nvPr/>
        </p:nvSpPr>
        <p:spPr>
          <a:xfrm>
            <a:off x="770040" y="538560"/>
            <a:ext cx="10515240" cy="548640"/>
          </a:xfrm>
          <a:prstGeom prst="rect">
            <a:avLst/>
          </a:prstGeom>
          <a:noFill/>
          <a:ln w="0">
            <a:noFill/>
          </a:ln>
        </p:spPr>
        <p:style>
          <a:lnRef idx="0"/>
          <a:fillRef idx="0"/>
          <a:effectRef idx="0"/>
          <a:fontRef idx="minor"/>
        </p:style>
        <p:txBody>
          <a:bodyPr anchor="ctr">
            <a:normAutofit fontScale="92500" lnSpcReduction="9999"/>
          </a:bodyPr>
          <a:p>
            <a:pPr defTabSz="914400">
              <a:lnSpc>
                <a:spcPct val="90000"/>
              </a:lnSpc>
            </a:pPr>
            <a:r>
              <a:rPr b="0" lang="en-US" sz="4000" strike="noStrike" u="none">
                <a:solidFill>
                  <a:srgbClr val="0b49cb"/>
                </a:solidFill>
                <a:uFillTx/>
                <a:latin typeface="Abadi"/>
                <a:ea typeface="IBM Plex Mono SemiBold"/>
              </a:rPr>
              <a:t>Appendix</a:t>
            </a:r>
            <a:endParaRPr b="0" lang="pl-PL" sz="4000" strike="noStrike" u="none">
              <a:solidFill>
                <a:srgbClr val="000000"/>
              </a:solidFill>
              <a:uFillTx/>
              <a:latin typeface="Arial"/>
            </a:endParaRPr>
          </a:p>
        </p:txBody>
      </p:sp>
      <p:sp>
        <p:nvSpPr>
          <p:cNvPr id="3" name="PlaceHolder 2"/>
          <p:cNvSpPr>
            <a:spLocks noGrp="1"/>
          </p:cNvSpPr>
          <p:nvPr>
            <p:ph type="sldNum" idx="1"/>
          </p:nvPr>
        </p:nvSpPr>
        <p:spPr/>
        <p:txBody>
          <a:bodyPr/>
          <a:p>
            <a:fld id="{CE42DC1F-94D5-4221-A2F2-725AC36E8125}" type="slidenum">
              <a:t>47</a:t>
            </a:fld>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Tree>
  </p:cSld>
  <p:transition spd="slow">
    <p:push dir="u"/>
  </p:transition>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4DA07C5-A406-4A0D-B3E6-3856C94AC7F3}">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f80a141d-92ca-4d3d-9308-f7e7b1d44ce8"/>
    <ds:schemaRef ds:uri="http://purl.org/dc/dcmitype/"/>
    <ds:schemaRef ds:uri="http://www.w3.org/XML/1998/namespace"/>
    <ds:schemaRef ds:uri="155be751-a274-42e8-93fb-f39d3b9bccc8"/>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112</TotalTime>
  <Application>LibreOffice/24.8.4.2$Linux_X86_64 LibreOffice_project/bb3cfa12c7b1bf994ecc5649a80400d06cd71002</Application>
  <AppVersion>15.0000</AppVersion>
  <Words>1346</Words>
  <Paragraphs>234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2021-04-29T18:58:34Z</dcterms:created>
  <dc:creator>YAN Luo</dc:creator>
  <dc:description/>
  <dc:language>pl-PL</dc:language>
  <cp:lastModifiedBy/>
  <cp:lastPrinted>2025-08-19T15:23:01Z</cp:lastPrinted>
  <dcterms:modified xsi:type="dcterms:W3CDTF">2025-08-19T16:13:28Z</dcterms:modified>
  <cp:revision>206</cp:revision>
  <dc:subject/>
  <dc:title> &lt;Title&gt;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Notes">
    <vt:i4>4</vt:i4>
  </property>
  <property fmtid="{D5CDD505-2E9C-101B-9397-08002B2CF9AE}" pid="4" name="PresentationFormat">
    <vt:lpwstr>Widescreen</vt:lpwstr>
  </property>
  <property fmtid="{D5CDD505-2E9C-101B-9397-08002B2CF9AE}" pid="5" name="Slides">
    <vt:i4>47</vt:i4>
  </property>
</Properties>
</file>